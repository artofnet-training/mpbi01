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256" r:id="rId5"/>
    <p:sldId id="294" r:id="rId6"/>
    <p:sldId id="295" r:id="rId7"/>
    <p:sldId id="259" r:id="rId8"/>
    <p:sldId id="261" r:id="rId9"/>
    <p:sldId id="258" r:id="rId10"/>
    <p:sldId id="263" r:id="rId11"/>
    <p:sldId id="264" r:id="rId12"/>
    <p:sldId id="265" r:id="rId13"/>
    <p:sldId id="260" r:id="rId14"/>
    <p:sldId id="262" r:id="rId15"/>
    <p:sldId id="266" r:id="rId16"/>
    <p:sldId id="267" r:id="rId17"/>
    <p:sldId id="273" r:id="rId18"/>
    <p:sldId id="268" r:id="rId19"/>
    <p:sldId id="269" r:id="rId20"/>
    <p:sldId id="270" r:id="rId21"/>
    <p:sldId id="274" r:id="rId22"/>
    <p:sldId id="271" r:id="rId23"/>
    <p:sldId id="272" r:id="rId24"/>
    <p:sldId id="293" r:id="rId25"/>
    <p:sldId id="296" r:id="rId26"/>
    <p:sldId id="289" r:id="rId27"/>
    <p:sldId id="288" r:id="rId28"/>
    <p:sldId id="286" r:id="rId29"/>
    <p:sldId id="290" r:id="rId30"/>
    <p:sldId id="291" r:id="rId31"/>
    <p:sldId id="292" r:id="rId3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F43068F-B2DF-4820-9524-06663BD2346B}">
          <p14:sldIdLst>
            <p14:sldId id="256"/>
          </p14:sldIdLst>
        </p14:section>
        <p14:section name="Section récapitulative" id="{71C916E7-94CB-4A07-8331-6395299AC81D}">
          <p14:sldIdLst>
            <p14:sldId id="294"/>
          </p14:sldIdLst>
        </p14:section>
        <p14:section name="PP-ex1" id="{BD274C50-4C77-4F4F-B86B-6F8FA5FE1218}">
          <p14:sldIdLst>
            <p14:sldId id="295"/>
            <p14:sldId id="259"/>
            <p14:sldId id="261"/>
            <p14:sldId id="258"/>
            <p14:sldId id="263"/>
            <p14:sldId id="264"/>
            <p14:sldId id="265"/>
            <p14:sldId id="260"/>
            <p14:sldId id="262"/>
            <p14:sldId id="266"/>
            <p14:sldId id="267"/>
            <p14:sldId id="273"/>
            <p14:sldId id="268"/>
            <p14:sldId id="269"/>
            <p14:sldId id="270"/>
            <p14:sldId id="274"/>
            <p14:sldId id="271"/>
            <p14:sldId id="272"/>
            <p14:sldId id="293"/>
          </p14:sldIdLst>
        </p14:section>
        <p14:section name="PP2" id="{C1FF64E0-23D6-4567-A308-CD13E4E09936}">
          <p14:sldIdLst>
            <p14:sldId id="296"/>
            <p14:sldId id="289"/>
            <p14:sldId id="288"/>
            <p14:sldId id="286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8D09F4-3A77-4F1E-86EC-BC6DFBB9FA71}" v="47" dt="2025-08-27T20:49:00.020"/>
    <p1510:client id="{B9D3972A-E219-B817-17F0-B21C864192D2}" v="98" dt="2025-08-27T16:54:52.0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98" y="10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dovic Moreau, manager" userId="d4484d9b-47eb-4584-82ba-c0eafc1f8c6b" providerId="ADAL" clId="{D3C578F1-B975-409F-A54F-02F9A754C1DA}"/>
    <pc:docChg chg="undo redo custSel addSld delSld modSld sldOrd modMainMaster addSection modSection">
      <pc:chgData name="Ludovic Moreau, manager" userId="d4484d9b-47eb-4584-82ba-c0eafc1f8c6b" providerId="ADAL" clId="{D3C578F1-B975-409F-A54F-02F9A754C1DA}" dt="2025-02-18T17:14:09.358" v="6410" actId="20577"/>
      <pc:docMkLst>
        <pc:docMk/>
      </pc:docMkLst>
      <pc:sldChg chg="modSp mod">
        <pc:chgData name="Ludovic Moreau, manager" userId="d4484d9b-47eb-4584-82ba-c0eafc1f8c6b" providerId="ADAL" clId="{D3C578F1-B975-409F-A54F-02F9A754C1DA}" dt="2025-02-16T18:32:41.668" v="28" actId="1076"/>
        <pc:sldMkLst>
          <pc:docMk/>
          <pc:sldMk cId="1239410400" sldId="256"/>
        </pc:sldMkLst>
      </pc:sldChg>
      <pc:sldChg chg="modSp mod">
        <pc:chgData name="Ludovic Moreau, manager" userId="d4484d9b-47eb-4584-82ba-c0eafc1f8c6b" providerId="ADAL" clId="{D3C578F1-B975-409F-A54F-02F9A754C1DA}" dt="2025-02-17T14:31:08.055" v="6345" actId="20577"/>
        <pc:sldMkLst>
          <pc:docMk/>
          <pc:sldMk cId="2908558864" sldId="260"/>
        </pc:sldMkLst>
      </pc:sldChg>
      <pc:sldChg chg="modSp mod">
        <pc:chgData name="Ludovic Moreau, manager" userId="d4484d9b-47eb-4584-82ba-c0eafc1f8c6b" providerId="ADAL" clId="{D3C578F1-B975-409F-A54F-02F9A754C1DA}" dt="2025-02-17T14:31:17.080" v="6347" actId="20577"/>
        <pc:sldMkLst>
          <pc:docMk/>
          <pc:sldMk cId="2215404966" sldId="262"/>
        </pc:sldMkLst>
      </pc:sldChg>
      <pc:sldChg chg="modSp mod">
        <pc:chgData name="Ludovic Moreau, manager" userId="d4484d9b-47eb-4584-82ba-c0eafc1f8c6b" providerId="ADAL" clId="{D3C578F1-B975-409F-A54F-02F9A754C1DA}" dt="2025-02-18T16:58:24.650" v="6351" actId="20577"/>
        <pc:sldMkLst>
          <pc:docMk/>
          <pc:sldMk cId="2914716532" sldId="271"/>
        </pc:sldMkLst>
      </pc:sldChg>
      <pc:sldChg chg="addSp delSp modSp new del mod ord modClrScheme modAnim chgLayout">
        <pc:chgData name="Ludovic Moreau, manager" userId="d4484d9b-47eb-4584-82ba-c0eafc1f8c6b" providerId="ADAL" clId="{D3C578F1-B975-409F-A54F-02F9A754C1DA}" dt="2025-02-17T08:28:40.455" v="4144" actId="2696"/>
        <pc:sldMkLst>
          <pc:docMk/>
          <pc:sldMk cId="146682085" sldId="275"/>
        </pc:sldMkLst>
      </pc:sldChg>
      <pc:sldChg chg="addSp modSp add mod modClrScheme modAnim chgLayout">
        <pc:chgData name="Ludovic Moreau, manager" userId="d4484d9b-47eb-4584-82ba-c0eafc1f8c6b" providerId="ADAL" clId="{D3C578F1-B975-409F-A54F-02F9A754C1DA}" dt="2025-02-18T17:14:09.358" v="6410" actId="20577"/>
        <pc:sldMkLst>
          <pc:docMk/>
          <pc:sldMk cId="383744629" sldId="276"/>
        </pc:sldMkLst>
      </pc:sldChg>
      <pc:sldChg chg="addSp modSp add mod modClrScheme modAnim chgLayout">
        <pc:chgData name="Ludovic Moreau, manager" userId="d4484d9b-47eb-4584-82ba-c0eafc1f8c6b" providerId="ADAL" clId="{D3C578F1-B975-409F-A54F-02F9A754C1DA}" dt="2025-02-18T17:11:41.407" v="6372" actId="20577"/>
        <pc:sldMkLst>
          <pc:docMk/>
          <pc:sldMk cId="2142513051" sldId="277"/>
        </pc:sldMkLst>
      </pc:sldChg>
      <pc:sldChg chg="addSp delSp modSp add mod modClrScheme delAnim chgLayout">
        <pc:chgData name="Ludovic Moreau, manager" userId="d4484d9b-47eb-4584-82ba-c0eafc1f8c6b" providerId="ADAL" clId="{D3C578F1-B975-409F-A54F-02F9A754C1DA}" dt="2025-02-18T17:12:27.348" v="6382" actId="20577"/>
        <pc:sldMkLst>
          <pc:docMk/>
          <pc:sldMk cId="1312550412" sldId="278"/>
        </pc:sldMkLst>
      </pc:sldChg>
      <pc:sldChg chg="addSp modSp add mod modClrScheme chgLayout">
        <pc:chgData name="Ludovic Moreau, manager" userId="d4484d9b-47eb-4584-82ba-c0eafc1f8c6b" providerId="ADAL" clId="{D3C578F1-B975-409F-A54F-02F9A754C1DA}" dt="2025-02-18T17:13:07.234" v="6387" actId="20577"/>
        <pc:sldMkLst>
          <pc:docMk/>
          <pc:sldMk cId="3478614821" sldId="279"/>
        </pc:sldMkLst>
      </pc:sldChg>
      <pc:sldChg chg="addSp delSp modSp add mod modClrScheme chgLayout">
        <pc:chgData name="Ludovic Moreau, manager" userId="d4484d9b-47eb-4584-82ba-c0eafc1f8c6b" providerId="ADAL" clId="{D3C578F1-B975-409F-A54F-02F9A754C1DA}" dt="2025-02-17T11:16:29.867" v="4660" actId="27636"/>
        <pc:sldMkLst>
          <pc:docMk/>
          <pc:sldMk cId="696969902" sldId="280"/>
        </pc:sldMkLst>
      </pc:sldChg>
      <pc:sldChg chg="addSp modSp add mod modClrScheme chgLayout">
        <pc:chgData name="Ludovic Moreau, manager" userId="d4484d9b-47eb-4584-82ba-c0eafc1f8c6b" providerId="ADAL" clId="{D3C578F1-B975-409F-A54F-02F9A754C1DA}" dt="2025-02-17T11:16:10.997" v="4653" actId="1076"/>
        <pc:sldMkLst>
          <pc:docMk/>
          <pc:sldMk cId="3873463422" sldId="281"/>
        </pc:sldMkLst>
      </pc:sldChg>
      <pc:sldChg chg="addSp modSp add mod modClrScheme modAnim chgLayout">
        <pc:chgData name="Ludovic Moreau, manager" userId="d4484d9b-47eb-4584-82ba-c0eafc1f8c6b" providerId="ADAL" clId="{D3C578F1-B975-409F-A54F-02F9A754C1DA}" dt="2025-02-17T11:16:29.888" v="4661" actId="27636"/>
        <pc:sldMkLst>
          <pc:docMk/>
          <pc:sldMk cId="2578527167" sldId="282"/>
        </pc:sldMkLst>
      </pc:sldChg>
      <pc:sldChg chg="addSp delSp modSp add mod modClrScheme delAnim chgLayout">
        <pc:chgData name="Ludovic Moreau, manager" userId="d4484d9b-47eb-4584-82ba-c0eafc1f8c6b" providerId="ADAL" clId="{D3C578F1-B975-409F-A54F-02F9A754C1DA}" dt="2025-02-17T11:16:29.926" v="4662" actId="27636"/>
        <pc:sldMkLst>
          <pc:docMk/>
          <pc:sldMk cId="575244524" sldId="283"/>
        </pc:sldMkLst>
      </pc:sldChg>
      <pc:sldChg chg="addSp delSp modSp add mod">
        <pc:chgData name="Ludovic Moreau, manager" userId="d4484d9b-47eb-4584-82ba-c0eafc1f8c6b" providerId="ADAL" clId="{D3C578F1-B975-409F-A54F-02F9A754C1DA}" dt="2025-02-17T13:44:07.450" v="6064" actId="1076"/>
        <pc:sldMkLst>
          <pc:docMk/>
          <pc:sldMk cId="2450005965" sldId="284"/>
        </pc:sldMkLst>
      </pc:sldChg>
      <pc:sldChg chg="addSp delSp modSp add mod delAnim">
        <pc:chgData name="Ludovic Moreau, manager" userId="d4484d9b-47eb-4584-82ba-c0eafc1f8c6b" providerId="ADAL" clId="{D3C578F1-B975-409F-A54F-02F9A754C1DA}" dt="2025-02-17T12:42:38.706" v="5478" actId="20577"/>
        <pc:sldMkLst>
          <pc:docMk/>
          <pc:sldMk cId="1195052317" sldId="285"/>
        </pc:sldMkLst>
      </pc:sldChg>
      <pc:sldChg chg="addSp delSp modSp new mod modClrScheme chgLayout">
        <pc:chgData name="Ludovic Moreau, manager" userId="d4484d9b-47eb-4584-82ba-c0eafc1f8c6b" providerId="ADAL" clId="{D3C578F1-B975-409F-A54F-02F9A754C1DA}" dt="2025-02-17T14:19:47.777" v="6343" actId="20577"/>
        <pc:sldMkLst>
          <pc:docMk/>
          <pc:sldMk cId="2678145029" sldId="286"/>
        </pc:sldMkLst>
      </pc:sldChg>
      <pc:sldMasterChg chg="addSldLayout modSldLayout">
        <pc:chgData name="Ludovic Moreau, manager" userId="d4484d9b-47eb-4584-82ba-c0eafc1f8c6b" providerId="ADAL" clId="{D3C578F1-B975-409F-A54F-02F9A754C1DA}" dt="2025-02-17T13:54:28.565" v="6099" actId="14100"/>
        <pc:sldMasterMkLst>
          <pc:docMk/>
          <pc:sldMasterMk cId="2042168917" sldId="2147483660"/>
        </pc:sldMasterMkLst>
        <pc:sldLayoutChg chg="modSp mod">
          <pc:chgData name="Ludovic Moreau, manager" userId="d4484d9b-47eb-4584-82ba-c0eafc1f8c6b" providerId="ADAL" clId="{D3C578F1-B975-409F-A54F-02F9A754C1DA}" dt="2025-02-17T13:52:55.024" v="6069" actId="207"/>
          <pc:sldLayoutMkLst>
            <pc:docMk/>
            <pc:sldMasterMk cId="2042168917" sldId="2147483660"/>
            <pc:sldLayoutMk cId="626760205" sldId="2147483670"/>
          </pc:sldLayoutMkLst>
        </pc:sldLayoutChg>
        <pc:sldLayoutChg chg="modSp mod">
          <pc:chgData name="Ludovic Moreau, manager" userId="d4484d9b-47eb-4584-82ba-c0eafc1f8c6b" providerId="ADAL" clId="{D3C578F1-B975-409F-A54F-02F9A754C1DA}" dt="2025-02-17T11:16:29.538" v="4655" actId="14100"/>
          <pc:sldLayoutMkLst>
            <pc:docMk/>
            <pc:sldMasterMk cId="2042168917" sldId="2147483660"/>
            <pc:sldLayoutMk cId="3024445396" sldId="2147483671"/>
          </pc:sldLayoutMkLst>
        </pc:sldLayoutChg>
        <pc:sldLayoutChg chg="modSp add mod modTransition">
          <pc:chgData name="Ludovic Moreau, manager" userId="d4484d9b-47eb-4584-82ba-c0eafc1f8c6b" providerId="ADAL" clId="{D3C578F1-B975-409F-A54F-02F9A754C1DA}" dt="2025-02-16T18:37:58.768" v="200" actId="14100"/>
          <pc:sldLayoutMkLst>
            <pc:docMk/>
            <pc:sldMasterMk cId="2042168917" sldId="2147483660"/>
            <pc:sldLayoutMk cId="1850694670" sldId="2147483673"/>
          </pc:sldLayoutMkLst>
        </pc:sldLayoutChg>
        <pc:sldLayoutChg chg="modSp add mod modTransition">
          <pc:chgData name="Ludovic Moreau, manager" userId="d4484d9b-47eb-4584-82ba-c0eafc1f8c6b" providerId="ADAL" clId="{D3C578F1-B975-409F-A54F-02F9A754C1DA}" dt="2025-02-17T13:54:28.565" v="6099" actId="14100"/>
          <pc:sldLayoutMkLst>
            <pc:docMk/>
            <pc:sldMasterMk cId="2042168917" sldId="2147483660"/>
            <pc:sldLayoutMk cId="3878922912" sldId="2147483673"/>
          </pc:sldLayoutMkLst>
        </pc:sldLayoutChg>
        <pc:sldLayoutChg chg="modSp add mod modTransition">
          <pc:chgData name="Ludovic Moreau, manager" userId="d4484d9b-47eb-4584-82ba-c0eafc1f8c6b" providerId="ADAL" clId="{D3C578F1-B975-409F-A54F-02F9A754C1DA}" dt="2025-02-17T08:30:59.837" v="4161" actId="20577"/>
          <pc:sldLayoutMkLst>
            <pc:docMk/>
            <pc:sldMasterMk cId="2042168917" sldId="2147483660"/>
            <pc:sldLayoutMk cId="1330514007" sldId="2147483674"/>
          </pc:sldLayoutMkLst>
        </pc:sldLayoutChg>
        <pc:sldLayoutChg chg="modSp add mod modTransition">
          <pc:chgData name="Ludovic Moreau, manager" userId="d4484d9b-47eb-4584-82ba-c0eafc1f8c6b" providerId="ADAL" clId="{D3C578F1-B975-409F-A54F-02F9A754C1DA}" dt="2025-02-17T08:31:05.990" v="4162" actId="20577"/>
          <pc:sldLayoutMkLst>
            <pc:docMk/>
            <pc:sldMasterMk cId="2042168917" sldId="2147483660"/>
            <pc:sldLayoutMk cId="148958573" sldId="2147483675"/>
          </pc:sldLayoutMkLst>
        </pc:sldLayoutChg>
        <pc:sldLayoutChg chg="modSp add mod replId modTransition">
          <pc:chgData name="Ludovic Moreau, manager" userId="d4484d9b-47eb-4584-82ba-c0eafc1f8c6b" providerId="ADAL" clId="{D3C578F1-B975-409F-A54F-02F9A754C1DA}" dt="2025-02-17T08:31:15.284" v="4163" actId="20577"/>
          <pc:sldLayoutMkLst>
            <pc:docMk/>
            <pc:sldMasterMk cId="2042168917" sldId="2147483660"/>
            <pc:sldLayoutMk cId="1907331508" sldId="2147483676"/>
          </pc:sldLayoutMkLst>
        </pc:sldLayoutChg>
        <pc:sldLayoutChg chg="modSp add mod modTransition">
          <pc:chgData name="Ludovic Moreau, manager" userId="d4484d9b-47eb-4584-82ba-c0eafc1f8c6b" providerId="ADAL" clId="{D3C578F1-B975-409F-A54F-02F9A754C1DA}" dt="2025-02-17T08:31:37.290" v="4171" actId="20577"/>
          <pc:sldLayoutMkLst>
            <pc:docMk/>
            <pc:sldMasterMk cId="2042168917" sldId="2147483660"/>
            <pc:sldLayoutMk cId="786562880" sldId="2147483677"/>
          </pc:sldLayoutMkLst>
        </pc:sldLayoutChg>
        <pc:sldLayoutChg chg="modSp add mod replId modTransition">
          <pc:chgData name="Ludovic Moreau, manager" userId="d4484d9b-47eb-4584-82ba-c0eafc1f8c6b" providerId="ADAL" clId="{D3C578F1-B975-409F-A54F-02F9A754C1DA}" dt="2025-02-17T08:31:45.297" v="4173" actId="20577"/>
          <pc:sldLayoutMkLst>
            <pc:docMk/>
            <pc:sldMasterMk cId="2042168917" sldId="2147483660"/>
            <pc:sldLayoutMk cId="2493665506" sldId="2147483678"/>
          </pc:sldLayoutMkLst>
        </pc:sldLayoutChg>
      </pc:sldMasterChg>
    </pc:docChg>
  </pc:docChgLst>
  <pc:docChgLst>
    <pc:chgData name="Ludovic Moreau, manager" userId="d4484d9b-47eb-4584-82ba-c0eafc1f8c6b" providerId="ADAL" clId="{DDB0F4C7-5A11-4684-BCF6-301269F24CC9}"/>
    <pc:docChg chg="modSld">
      <pc:chgData name="Ludovic Moreau, manager" userId="d4484d9b-47eb-4584-82ba-c0eafc1f8c6b" providerId="ADAL" clId="{DDB0F4C7-5A11-4684-BCF6-301269F24CC9}" dt="2025-07-18T12:45:39.747" v="3" actId="20577"/>
      <pc:docMkLst>
        <pc:docMk/>
      </pc:docMkLst>
      <pc:sldChg chg="modSp mod">
        <pc:chgData name="Ludovic Moreau, manager" userId="d4484d9b-47eb-4584-82ba-c0eafc1f8c6b" providerId="ADAL" clId="{DDB0F4C7-5A11-4684-BCF6-301269F24CC9}" dt="2025-07-18T12:45:39.747" v="3" actId="20577"/>
        <pc:sldMkLst>
          <pc:docMk/>
          <pc:sldMk cId="1668972279" sldId="289"/>
        </pc:sldMkLst>
      </pc:sldChg>
    </pc:docChg>
  </pc:docChgLst>
  <pc:docChgLst>
    <pc:chgData name="Ludovic Moreau, manager" userId="S::ludovicmoreau@lmoreau.onmicrosoft.com::d4484d9b-47eb-4584-82ba-c0eafc1f8c6b" providerId="AD" clId="Web-{B9D3972A-E219-B817-17F0-B21C864192D2}"/>
    <pc:docChg chg="modSld sldOrd">
      <pc:chgData name="Ludovic Moreau, manager" userId="S::ludovicmoreau@lmoreau.onmicrosoft.com::d4484d9b-47eb-4584-82ba-c0eafc1f8c6b" providerId="AD" clId="Web-{B9D3972A-E219-B817-17F0-B21C864192D2}" dt="2025-08-27T16:54:52.010" v="96" actId="14100"/>
      <pc:docMkLst>
        <pc:docMk/>
      </pc:docMkLst>
      <pc:sldChg chg="modSp">
        <pc:chgData name="Ludovic Moreau, manager" userId="S::ludovicmoreau@lmoreau.onmicrosoft.com::d4484d9b-47eb-4584-82ba-c0eafc1f8c6b" providerId="AD" clId="Web-{B9D3972A-E219-B817-17F0-B21C864192D2}" dt="2025-08-27T16:50:27.911" v="42" actId="20577"/>
        <pc:sldMkLst>
          <pc:docMk/>
          <pc:sldMk cId="2908558864" sldId="260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0:27.911" v="42" actId="20577"/>
          <ac:spMkLst>
            <pc:docMk/>
            <pc:sldMk cId="2908558864" sldId="260"/>
            <ac:spMk id="3" creationId="{1E7B359F-1EF7-CBE0-7CC2-E6A7100EB173}"/>
          </ac:spMkLst>
        </pc:spChg>
      </pc:sldChg>
      <pc:sldChg chg="modSp ord">
        <pc:chgData name="Ludovic Moreau, manager" userId="S::ludovicmoreau@lmoreau.onmicrosoft.com::d4484d9b-47eb-4584-82ba-c0eafc1f8c6b" providerId="AD" clId="Web-{B9D3972A-E219-B817-17F0-B21C864192D2}" dt="2025-08-27T16:47:49.798" v="5" actId="14100"/>
        <pc:sldMkLst>
          <pc:docMk/>
          <pc:sldMk cId="3537602139" sldId="263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47:49.798" v="5" actId="14100"/>
          <ac:spMkLst>
            <pc:docMk/>
            <pc:sldMk cId="3537602139" sldId="263"/>
            <ac:spMk id="3" creationId="{40F051A7-F708-5399-FD75-439AF5EA6BC9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47:38.658" v="3" actId="20577"/>
        <pc:sldMkLst>
          <pc:docMk/>
          <pc:sldMk cId="187230779" sldId="264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47:38.658" v="3" actId="20577"/>
          <ac:spMkLst>
            <pc:docMk/>
            <pc:sldMk cId="187230779" sldId="264"/>
            <ac:spMk id="3" creationId="{7B15D73B-F3E6-2D34-EA56-0869A9C4663E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49:32.332" v="18" actId="20577"/>
        <pc:sldMkLst>
          <pc:docMk/>
          <pc:sldMk cId="2171860873" sldId="265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49:32.332" v="18" actId="20577"/>
          <ac:spMkLst>
            <pc:docMk/>
            <pc:sldMk cId="2171860873" sldId="265"/>
            <ac:spMk id="3" creationId="{6CF6CC9C-8ED2-39DD-47C4-44B53503188D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51:20.678" v="63" actId="20577"/>
        <pc:sldMkLst>
          <pc:docMk/>
          <pc:sldMk cId="1386766626" sldId="266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1:20.678" v="63" actId="20577"/>
          <ac:spMkLst>
            <pc:docMk/>
            <pc:sldMk cId="1386766626" sldId="266"/>
            <ac:spMk id="5" creationId="{A22C8EFD-64F8-85E6-FD34-28A8BA39E4DB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53:22.977" v="83" actId="20577"/>
        <pc:sldMkLst>
          <pc:docMk/>
          <pc:sldMk cId="784852269" sldId="267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3:22.977" v="83" actId="20577"/>
          <ac:spMkLst>
            <pc:docMk/>
            <pc:sldMk cId="784852269" sldId="267"/>
            <ac:spMk id="5" creationId="{8DEFB696-C6D1-7C9B-7A97-9CB265AA9232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53:44.321" v="84" actId="14100"/>
        <pc:sldMkLst>
          <pc:docMk/>
          <pc:sldMk cId="3320990053" sldId="268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3:44.321" v="84" actId="14100"/>
          <ac:spMkLst>
            <pc:docMk/>
            <pc:sldMk cId="3320990053" sldId="268"/>
            <ac:spMk id="3" creationId="{0514FFBE-1375-7F97-BC80-DB0BFBB679A5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54:36.557" v="95" actId="20577"/>
        <pc:sldMkLst>
          <pc:docMk/>
          <pc:sldMk cId="2597799135" sldId="270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4:04.791" v="89" actId="20577"/>
          <ac:spMkLst>
            <pc:docMk/>
            <pc:sldMk cId="2597799135" sldId="270"/>
            <ac:spMk id="2" creationId="{0EFAB815-900A-D916-A525-97907ACB78CF}"/>
          </ac:spMkLst>
        </pc:spChg>
        <pc:spChg chg="mod">
          <ac:chgData name="Ludovic Moreau, manager" userId="S::ludovicmoreau@lmoreau.onmicrosoft.com::d4484d9b-47eb-4584-82ba-c0eafc1f8c6b" providerId="AD" clId="Web-{B9D3972A-E219-B817-17F0-B21C864192D2}" dt="2025-08-27T16:54:36.557" v="95" actId="20577"/>
          <ac:spMkLst>
            <pc:docMk/>
            <pc:sldMk cId="2597799135" sldId="270"/>
            <ac:spMk id="3" creationId="{6D2E2EA7-478A-FEB2-DEC4-705851030FEE}"/>
          </ac:spMkLst>
        </pc:spChg>
      </pc:sldChg>
      <pc:sldChg chg="modSp">
        <pc:chgData name="Ludovic Moreau, manager" userId="S::ludovicmoreau@lmoreau.onmicrosoft.com::d4484d9b-47eb-4584-82ba-c0eafc1f8c6b" providerId="AD" clId="Web-{B9D3972A-E219-B817-17F0-B21C864192D2}" dt="2025-08-27T16:54:52.010" v="96" actId="14100"/>
        <pc:sldMkLst>
          <pc:docMk/>
          <pc:sldMk cId="2914716532" sldId="271"/>
        </pc:sldMkLst>
        <pc:spChg chg="mod">
          <ac:chgData name="Ludovic Moreau, manager" userId="S::ludovicmoreau@lmoreau.onmicrosoft.com::d4484d9b-47eb-4584-82ba-c0eafc1f8c6b" providerId="AD" clId="Web-{B9D3972A-E219-B817-17F0-B21C864192D2}" dt="2025-08-27T16:54:52.010" v="96" actId="14100"/>
          <ac:spMkLst>
            <pc:docMk/>
            <pc:sldMk cId="2914716532" sldId="271"/>
            <ac:spMk id="3" creationId="{E566836B-6175-7D53-55E1-AC4AD718520C}"/>
          </ac:spMkLst>
        </pc:spChg>
      </pc:sldChg>
    </pc:docChg>
  </pc:docChgLst>
  <pc:docChgLst>
    <pc:chgData name="Ludovic Moreau, manager" userId="S::ludovicmoreau@lmoreau.onmicrosoft.com::d4484d9b-47eb-4584-82ba-c0eafc1f8c6b" providerId="AD" clId="Web-{661125E4-86B3-6683-E746-BFB7522D0C65}"/>
    <pc:docChg chg="sldOrd">
      <pc:chgData name="Ludovic Moreau, manager" userId="S::ludovicmoreau@lmoreau.onmicrosoft.com::d4484d9b-47eb-4584-82ba-c0eafc1f8c6b" providerId="AD" clId="Web-{661125E4-86B3-6683-E746-BFB7522D0C65}" dt="2025-07-15T22:09:33.594" v="0"/>
      <pc:docMkLst>
        <pc:docMk/>
      </pc:docMkLst>
      <pc:sldChg chg="ord">
        <pc:chgData name="Ludovic Moreau, manager" userId="S::ludovicmoreau@lmoreau.onmicrosoft.com::d4484d9b-47eb-4584-82ba-c0eafc1f8c6b" providerId="AD" clId="Web-{661125E4-86B3-6683-E746-BFB7522D0C65}" dt="2025-07-15T22:09:33.594" v="0"/>
        <pc:sldMkLst>
          <pc:docMk/>
          <pc:sldMk cId="3642671460" sldId="292"/>
        </pc:sldMkLst>
      </pc:sldChg>
    </pc:docChg>
  </pc:docChgLst>
  <pc:docChgLst>
    <pc:chgData name="Ludovic Moreau, manager" userId="d4484d9b-47eb-4584-82ba-c0eafc1f8c6b" providerId="ADAL" clId="{2390AFE1-D2AD-46ED-996F-A617AE006773}"/>
    <pc:docChg chg="custSel addSld delSld modSld addSection delSection modSection">
      <pc:chgData name="Ludovic Moreau, manager" userId="d4484d9b-47eb-4584-82ba-c0eafc1f8c6b" providerId="ADAL" clId="{2390AFE1-D2AD-46ED-996F-A617AE006773}" dt="2025-07-17T22:20:00.055" v="198" actId="14100"/>
      <pc:docMkLst>
        <pc:docMk/>
      </pc:docMkLst>
      <pc:sldChg chg="addSp delSp modSp mod">
        <pc:chgData name="Ludovic Moreau, manager" userId="d4484d9b-47eb-4584-82ba-c0eafc1f8c6b" providerId="ADAL" clId="{2390AFE1-D2AD-46ED-996F-A617AE006773}" dt="2025-07-13T20:51:15.778" v="83" actId="14826"/>
        <pc:sldMkLst>
          <pc:docMk/>
          <pc:sldMk cId="1239410400" sldId="256"/>
        </pc:sldMkLst>
      </pc:sldChg>
      <pc:sldChg chg="modSp mod">
        <pc:chgData name="Ludovic Moreau, manager" userId="d4484d9b-47eb-4584-82ba-c0eafc1f8c6b" providerId="ADAL" clId="{2390AFE1-D2AD-46ED-996F-A617AE006773}" dt="2025-07-17T22:19:05.755" v="176" actId="6549"/>
        <pc:sldMkLst>
          <pc:docMk/>
          <pc:sldMk cId="981049072" sldId="259"/>
        </pc:sldMkLst>
      </pc:sldChg>
      <pc:sldChg chg="modSp mod">
        <pc:chgData name="Ludovic Moreau, manager" userId="d4484d9b-47eb-4584-82ba-c0eafc1f8c6b" providerId="ADAL" clId="{2390AFE1-D2AD-46ED-996F-A617AE006773}" dt="2025-07-17T22:15:22.947" v="103" actId="1076"/>
        <pc:sldMkLst>
          <pc:docMk/>
          <pc:sldMk cId="1386766626" sldId="266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383744629" sldId="276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2142513051" sldId="277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1312550412" sldId="278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3478614821" sldId="279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696969902" sldId="280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3873463422" sldId="281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2578527167" sldId="282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575244524" sldId="283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2450005965" sldId="284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1195052317" sldId="285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826776250" sldId="287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213394636" sldId="294"/>
        </pc:sldMkLst>
      </pc:sldChg>
      <pc:sldChg chg="addSp modSp new mod">
        <pc:chgData name="Ludovic Moreau, manager" userId="d4484d9b-47eb-4584-82ba-c0eafc1f8c6b" providerId="ADAL" clId="{2390AFE1-D2AD-46ED-996F-A617AE006773}" dt="2025-07-17T22:20:00.055" v="198" actId="14100"/>
        <pc:sldMkLst>
          <pc:docMk/>
          <pc:sldMk cId="1608981142" sldId="294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210757239" sldId="295"/>
        </pc:sldMkLst>
      </pc:sldChg>
      <pc:sldChg chg="del">
        <pc:chgData name="Ludovic Moreau, manager" userId="d4484d9b-47eb-4584-82ba-c0eafc1f8c6b" providerId="ADAL" clId="{2390AFE1-D2AD-46ED-996F-A617AE006773}" dt="2025-07-17T22:14:28.880" v="96" actId="47"/>
        <pc:sldMkLst>
          <pc:docMk/>
          <pc:sldMk cId="4271375774" sldId="296"/>
        </pc:sldMkLst>
      </pc:sldChg>
      <pc:sldChg chg="delSp modSp add del mod">
        <pc:chgData name="Ludovic Moreau, manager" userId="d4484d9b-47eb-4584-82ba-c0eafc1f8c6b" providerId="ADAL" clId="{2390AFE1-D2AD-46ED-996F-A617AE006773}" dt="2025-07-13T23:06:19.688" v="95" actId="2696"/>
        <pc:sldMkLst>
          <pc:docMk/>
          <pc:sldMk cId="2030051256" sldId="297"/>
        </pc:sldMkLst>
      </pc:sldChg>
    </pc:docChg>
  </pc:docChgLst>
  <pc:docChgLst>
    <pc:chgData name="Ludovic Moreau, manager" userId="d4484d9b-47eb-4584-82ba-c0eafc1f8c6b" providerId="ADAL" clId="{A98D09F4-3A77-4F1E-86EC-BC6DFBB9FA71}"/>
    <pc:docChg chg="custSel addSld modSld sldOrd modSection">
      <pc:chgData name="Ludovic Moreau, manager" userId="d4484d9b-47eb-4584-82ba-c0eafc1f8c6b" providerId="ADAL" clId="{A98D09F4-3A77-4F1E-86EC-BC6DFBB9FA71}" dt="2025-08-27T20:49:00.020" v="58" actId="20577"/>
      <pc:docMkLst>
        <pc:docMk/>
      </pc:docMkLst>
      <pc:sldChg chg="addSp delSp modSp new mod ord modClrScheme modAnim chgLayout">
        <pc:chgData name="Ludovic Moreau, manager" userId="d4484d9b-47eb-4584-82ba-c0eafc1f8c6b" providerId="ADAL" clId="{A98D09F4-3A77-4F1E-86EC-BC6DFBB9FA71}" dt="2025-08-27T20:48:30.375" v="34" actId="20577"/>
        <pc:sldMkLst>
          <pc:docMk/>
          <pc:sldMk cId="1776342259" sldId="295"/>
        </pc:sldMkLst>
        <pc:spChg chg="del">
          <ac:chgData name="Ludovic Moreau, manager" userId="d4484d9b-47eb-4584-82ba-c0eafc1f8c6b" providerId="ADAL" clId="{A98D09F4-3A77-4F1E-86EC-BC6DFBB9FA71}" dt="2025-08-27T20:48:05.817" v="7" actId="700"/>
          <ac:spMkLst>
            <pc:docMk/>
            <pc:sldMk cId="1776342259" sldId="295"/>
            <ac:spMk id="2" creationId="{9F6CE72A-8634-48EC-DD7D-E8BD1E9C0DDB}"/>
          </ac:spMkLst>
        </pc:spChg>
        <pc:spChg chg="del">
          <ac:chgData name="Ludovic Moreau, manager" userId="d4484d9b-47eb-4584-82ba-c0eafc1f8c6b" providerId="ADAL" clId="{A98D09F4-3A77-4F1E-86EC-BC6DFBB9FA71}" dt="2025-08-27T20:48:05.817" v="7" actId="700"/>
          <ac:spMkLst>
            <pc:docMk/>
            <pc:sldMk cId="1776342259" sldId="295"/>
            <ac:spMk id="3" creationId="{F0B19020-9356-F635-FF05-F7F951515233}"/>
          </ac:spMkLst>
        </pc:spChg>
        <pc:spChg chg="add mod">
          <ac:chgData name="Ludovic Moreau, manager" userId="d4484d9b-47eb-4584-82ba-c0eafc1f8c6b" providerId="ADAL" clId="{A98D09F4-3A77-4F1E-86EC-BC6DFBB9FA71}" dt="2025-08-27T20:48:30.375" v="34" actId="20577"/>
          <ac:spMkLst>
            <pc:docMk/>
            <pc:sldMk cId="1776342259" sldId="295"/>
            <ac:spMk id="5" creationId="{33C9E2F8-CDA9-CFF7-E427-6F3CCBC3A909}"/>
          </ac:spMkLst>
        </pc:spChg>
        <pc:picChg chg="add mod">
          <ac:chgData name="Ludovic Moreau, manager" userId="d4484d9b-47eb-4584-82ba-c0eafc1f8c6b" providerId="ADAL" clId="{A98D09F4-3A77-4F1E-86EC-BC6DFBB9FA71}" dt="2025-08-27T20:48:17.525" v="8"/>
          <ac:picMkLst>
            <pc:docMk/>
            <pc:sldMk cId="1776342259" sldId="295"/>
            <ac:picMk id="4" creationId="{2444D436-2879-0E57-0BC6-4C9621277776}"/>
          </ac:picMkLst>
        </pc:picChg>
      </pc:sldChg>
      <pc:sldChg chg="modSp add ord">
        <pc:chgData name="Ludovic Moreau, manager" userId="d4484d9b-47eb-4584-82ba-c0eafc1f8c6b" providerId="ADAL" clId="{A98D09F4-3A77-4F1E-86EC-BC6DFBB9FA71}" dt="2025-08-27T20:49:00.020" v="58" actId="20577"/>
        <pc:sldMkLst>
          <pc:docMk/>
          <pc:sldMk cId="1925017699" sldId="296"/>
        </pc:sldMkLst>
        <pc:spChg chg="mod">
          <ac:chgData name="Ludovic Moreau, manager" userId="d4484d9b-47eb-4584-82ba-c0eafc1f8c6b" providerId="ADAL" clId="{A98D09F4-3A77-4F1E-86EC-BC6DFBB9FA71}" dt="2025-08-27T20:49:00.020" v="58" actId="20577"/>
          <ac:spMkLst>
            <pc:docMk/>
            <pc:sldMk cId="1925017699" sldId="296"/>
            <ac:spMk id="5" creationId="{6652E18D-9824-8367-6F93-2C795E8463AD}"/>
          </ac:spMkLst>
        </pc:spChg>
      </pc:sldChg>
    </pc:docChg>
  </pc:docChgLst>
  <pc:docChgLst>
    <pc:chgData name="Ludovic Moreau, manager" userId="d4484d9b-47eb-4584-82ba-c0eafc1f8c6b" providerId="ADAL" clId="{523E1DC6-C410-42F6-AEC7-2020B00D161F}"/>
    <pc:docChg chg="undo custSel addSld modSld sldOrd modSection">
      <pc:chgData name="Ludovic Moreau, manager" userId="d4484d9b-47eb-4584-82ba-c0eafc1f8c6b" providerId="ADAL" clId="{523E1DC6-C410-42F6-AEC7-2020B00D161F}" dt="2025-02-20T10:16:35.150" v="1305" actId="21"/>
      <pc:docMkLst>
        <pc:docMk/>
      </pc:docMkLst>
      <pc:sldChg chg="addSp modSp mod">
        <pc:chgData name="Ludovic Moreau, manager" userId="d4484d9b-47eb-4584-82ba-c0eafc1f8c6b" providerId="ADAL" clId="{523E1DC6-C410-42F6-AEC7-2020B00D161F}" dt="2025-02-17T15:53:44.352" v="989" actId="1037"/>
        <pc:sldMkLst>
          <pc:docMk/>
          <pc:sldMk cId="1239410400" sldId="256"/>
        </pc:sldMkLst>
      </pc:sldChg>
      <pc:sldChg chg="addSp delSp modSp mod">
        <pc:chgData name="Ludovic Moreau, manager" userId="d4484d9b-47eb-4584-82ba-c0eafc1f8c6b" providerId="ADAL" clId="{523E1DC6-C410-42F6-AEC7-2020B00D161F}" dt="2025-02-20T10:16:35.150" v="1305" actId="21"/>
        <pc:sldMkLst>
          <pc:docMk/>
          <pc:sldMk cId="981049072" sldId="259"/>
        </pc:sldMkLst>
      </pc:sldChg>
      <pc:sldChg chg="modSp mod">
        <pc:chgData name="Ludovic Moreau, manager" userId="d4484d9b-47eb-4584-82ba-c0eafc1f8c6b" providerId="ADAL" clId="{523E1DC6-C410-42F6-AEC7-2020B00D161F}" dt="2025-02-17T15:55:19.532" v="1049" actId="20577"/>
        <pc:sldMkLst>
          <pc:docMk/>
          <pc:sldMk cId="1906641265" sldId="269"/>
        </pc:sldMkLst>
      </pc:sldChg>
      <pc:sldChg chg="modSp mod">
        <pc:chgData name="Ludovic Moreau, manager" userId="d4484d9b-47eb-4584-82ba-c0eafc1f8c6b" providerId="ADAL" clId="{523E1DC6-C410-42F6-AEC7-2020B00D161F}" dt="2025-02-17T15:14:39.907" v="553" actId="27636"/>
        <pc:sldMkLst>
          <pc:docMk/>
          <pc:sldMk cId="2597799135" sldId="270"/>
        </pc:sldMkLst>
      </pc:sldChg>
      <pc:sldChg chg="modSp mod">
        <pc:chgData name="Ludovic Moreau, manager" userId="d4484d9b-47eb-4584-82ba-c0eafc1f8c6b" providerId="ADAL" clId="{523E1DC6-C410-42F6-AEC7-2020B00D161F}" dt="2025-02-17T16:01:12.285" v="1300" actId="20577"/>
        <pc:sldMkLst>
          <pc:docMk/>
          <pc:sldMk cId="2914716532" sldId="271"/>
        </pc:sldMkLst>
      </pc:sldChg>
      <pc:sldChg chg="modSp mod">
        <pc:chgData name="Ludovic Moreau, manager" userId="d4484d9b-47eb-4584-82ba-c0eafc1f8c6b" providerId="ADAL" clId="{523E1DC6-C410-42F6-AEC7-2020B00D161F}" dt="2025-02-17T16:01:07.934" v="1298" actId="20577"/>
        <pc:sldMkLst>
          <pc:docMk/>
          <pc:sldMk cId="1864322818" sldId="272"/>
        </pc:sldMkLst>
      </pc:sldChg>
      <pc:sldChg chg="modSp mod">
        <pc:chgData name="Ludovic Moreau, manager" userId="d4484d9b-47eb-4584-82ba-c0eafc1f8c6b" providerId="ADAL" clId="{523E1DC6-C410-42F6-AEC7-2020B00D161F}" dt="2025-02-17T15:02:46.171" v="405" actId="20577"/>
        <pc:sldMkLst>
          <pc:docMk/>
          <pc:sldMk cId="2450005965" sldId="284"/>
        </pc:sldMkLst>
      </pc:sldChg>
      <pc:sldChg chg="modSp mod ord">
        <pc:chgData name="Ludovic Moreau, manager" userId="d4484d9b-47eb-4584-82ba-c0eafc1f8c6b" providerId="ADAL" clId="{523E1DC6-C410-42F6-AEC7-2020B00D161F}" dt="2025-02-17T15:02:39.390" v="403" actId="20577"/>
        <pc:sldMkLst>
          <pc:docMk/>
          <pc:sldMk cId="1195052317" sldId="285"/>
        </pc:sldMkLst>
      </pc:sldChg>
      <pc:sldChg chg="addSp modSp mod ord">
        <pc:chgData name="Ludovic Moreau, manager" userId="d4484d9b-47eb-4584-82ba-c0eafc1f8c6b" providerId="ADAL" clId="{523E1DC6-C410-42F6-AEC7-2020B00D161F}" dt="2025-02-17T15:20:41.410" v="586" actId="20577"/>
        <pc:sldMkLst>
          <pc:docMk/>
          <pc:sldMk cId="2678145029" sldId="286"/>
        </pc:sldMkLst>
      </pc:sldChg>
      <pc:sldChg chg="addSp delSp modSp add mod delAnim">
        <pc:chgData name="Ludovic Moreau, manager" userId="d4484d9b-47eb-4584-82ba-c0eafc1f8c6b" providerId="ADAL" clId="{523E1DC6-C410-42F6-AEC7-2020B00D161F}" dt="2025-02-17T15:02:52.593" v="406" actId="20577"/>
        <pc:sldMkLst>
          <pc:docMk/>
          <pc:sldMk cId="826776250" sldId="287"/>
        </pc:sldMkLst>
      </pc:sldChg>
      <pc:sldChg chg="addSp delSp modSp add mod">
        <pc:chgData name="Ludovic Moreau, manager" userId="d4484d9b-47eb-4584-82ba-c0eafc1f8c6b" providerId="ADAL" clId="{523E1DC6-C410-42F6-AEC7-2020B00D161F}" dt="2025-02-17T15:21:06.403" v="601" actId="20577"/>
        <pc:sldMkLst>
          <pc:docMk/>
          <pc:sldMk cId="2916190969" sldId="288"/>
        </pc:sldMkLst>
      </pc:sldChg>
      <pc:sldChg chg="modSp add mod ord">
        <pc:chgData name="Ludovic Moreau, manager" userId="d4484d9b-47eb-4584-82ba-c0eafc1f8c6b" providerId="ADAL" clId="{523E1DC6-C410-42F6-AEC7-2020B00D161F}" dt="2025-02-17T15:08:02.312" v="472"/>
        <pc:sldMkLst>
          <pc:docMk/>
          <pc:sldMk cId="1668972279" sldId="289"/>
        </pc:sldMkLst>
      </pc:sldChg>
      <pc:sldChg chg="addSp delSp modSp add mod">
        <pc:chgData name="Ludovic Moreau, manager" userId="d4484d9b-47eb-4584-82ba-c0eafc1f8c6b" providerId="ADAL" clId="{523E1DC6-C410-42F6-AEC7-2020B00D161F}" dt="2025-02-17T15:30:35.832" v="663" actId="1076"/>
        <pc:sldMkLst>
          <pc:docMk/>
          <pc:sldMk cId="411785394" sldId="290"/>
        </pc:sldMkLst>
      </pc:sldChg>
      <pc:sldChg chg="addSp delSp modSp add mod">
        <pc:chgData name="Ludovic Moreau, manager" userId="d4484d9b-47eb-4584-82ba-c0eafc1f8c6b" providerId="ADAL" clId="{523E1DC6-C410-42F6-AEC7-2020B00D161F}" dt="2025-02-17T15:33:51.895" v="691" actId="14100"/>
        <pc:sldMkLst>
          <pc:docMk/>
          <pc:sldMk cId="418214698" sldId="291"/>
        </pc:sldMkLst>
      </pc:sldChg>
      <pc:sldChg chg="addSp delSp modSp add mod">
        <pc:chgData name="Ludovic Moreau, manager" userId="d4484d9b-47eb-4584-82ba-c0eafc1f8c6b" providerId="ADAL" clId="{523E1DC6-C410-42F6-AEC7-2020B00D161F}" dt="2025-02-17T15:46:16.386" v="919" actId="166"/>
        <pc:sldMkLst>
          <pc:docMk/>
          <pc:sldMk cId="3642671460" sldId="292"/>
        </pc:sldMkLst>
      </pc:sldChg>
      <pc:sldChg chg="addSp delSp modSp add mod">
        <pc:chgData name="Ludovic Moreau, manager" userId="d4484d9b-47eb-4584-82ba-c0eafc1f8c6b" providerId="ADAL" clId="{523E1DC6-C410-42F6-AEC7-2020B00D161F}" dt="2025-02-17T16:01:39.244" v="1303" actId="1076"/>
        <pc:sldMkLst>
          <pc:docMk/>
          <pc:sldMk cId="187222468" sldId="293"/>
        </pc:sldMkLst>
      </pc:sldChg>
    </pc:docChg>
  </pc:docChgLst>
  <pc:docChgLst>
    <pc:chgData name="Ludovic Moreau, manager" userId="d4484d9b-47eb-4584-82ba-c0eafc1f8c6b" providerId="ADAL" clId="{8A75E665-4C10-4CD5-B2C7-E8A7B7A8D26B}"/>
    <pc:docChg chg="undo redo custSel addSld modSld modMainMaster modSection">
      <pc:chgData name="Ludovic Moreau, manager" userId="d4484d9b-47eb-4584-82ba-c0eafc1f8c6b" providerId="ADAL" clId="{8A75E665-4C10-4CD5-B2C7-E8A7B7A8D26B}" dt="2025-04-25T13:31:56.063" v="477"/>
      <pc:docMkLst>
        <pc:docMk/>
      </pc:docMkLst>
      <pc:sldChg chg="setBg">
        <pc:chgData name="Ludovic Moreau, manager" userId="d4484d9b-47eb-4584-82ba-c0eafc1f8c6b" providerId="ADAL" clId="{8A75E665-4C10-4CD5-B2C7-E8A7B7A8D26B}" dt="2025-04-25T13:31:56.063" v="477"/>
        <pc:sldMkLst>
          <pc:docMk/>
          <pc:sldMk cId="1239410400" sldId="256"/>
        </pc:sldMkLst>
      </pc:sldChg>
      <pc:sldChg chg="modSp mod">
        <pc:chgData name="Ludovic Moreau, manager" userId="d4484d9b-47eb-4584-82ba-c0eafc1f8c6b" providerId="ADAL" clId="{8A75E665-4C10-4CD5-B2C7-E8A7B7A8D26B}" dt="2025-04-25T10:24:31.563" v="425" actId="20577"/>
        <pc:sldMkLst>
          <pc:docMk/>
          <pc:sldMk cId="1195052317" sldId="285"/>
        </pc:sldMkLst>
      </pc:sldChg>
      <pc:sldChg chg="addSp delSp modSp add mod">
        <pc:chgData name="Ludovic Moreau, manager" userId="d4484d9b-47eb-4584-82ba-c0eafc1f8c6b" providerId="ADAL" clId="{8A75E665-4C10-4CD5-B2C7-E8A7B7A8D26B}" dt="2025-04-25T10:22:54.228" v="423" actId="693"/>
        <pc:sldMkLst>
          <pc:docMk/>
          <pc:sldMk cId="213394636" sldId="294"/>
        </pc:sldMkLst>
      </pc:sldChg>
      <pc:sldChg chg="addSp delSp modSp add mod">
        <pc:chgData name="Ludovic Moreau, manager" userId="d4484d9b-47eb-4584-82ba-c0eafc1f8c6b" providerId="ADAL" clId="{8A75E665-4C10-4CD5-B2C7-E8A7B7A8D26B}" dt="2025-04-25T10:19:53.106" v="398" actId="1076"/>
        <pc:sldMkLst>
          <pc:docMk/>
          <pc:sldMk cId="210757239" sldId="295"/>
        </pc:sldMkLst>
      </pc:sldChg>
      <pc:sldChg chg="addSp modSp add mod">
        <pc:chgData name="Ludovic Moreau, manager" userId="d4484d9b-47eb-4584-82ba-c0eafc1f8c6b" providerId="ADAL" clId="{8A75E665-4C10-4CD5-B2C7-E8A7B7A8D26B}" dt="2025-04-25T10:21:15.722" v="402" actId="1076"/>
        <pc:sldMkLst>
          <pc:docMk/>
          <pc:sldMk cId="4271375774" sldId="296"/>
        </pc:sldMkLst>
      </pc:sldChg>
      <pc:sldMasterChg chg="setBg modSldLayout">
        <pc:chgData name="Ludovic Moreau, manager" userId="d4484d9b-47eb-4584-82ba-c0eafc1f8c6b" providerId="ADAL" clId="{8A75E665-4C10-4CD5-B2C7-E8A7B7A8D26B}" dt="2025-04-25T13:31:56.063" v="477"/>
        <pc:sldMasterMkLst>
          <pc:docMk/>
          <pc:sldMasterMk cId="2042168917" sldId="2147483660"/>
        </pc:sldMasterMkLst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841021073" sldId="2147483661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591326263" sldId="2147483662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449357763" sldId="2147483663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714033290" sldId="2147483664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1562806448" sldId="2147483665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3239442793" sldId="2147483666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661509976" sldId="2147483667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691374733" sldId="2147483668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668059396" sldId="2147483669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626760205" sldId="2147483670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3024445396" sldId="2147483671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2698006676" sldId="2147483672"/>
          </pc:sldLayoutMkLst>
        </pc:sldLayoutChg>
        <pc:sldLayoutChg chg="setBg">
          <pc:chgData name="Ludovic Moreau, manager" userId="d4484d9b-47eb-4584-82ba-c0eafc1f8c6b" providerId="ADAL" clId="{8A75E665-4C10-4CD5-B2C7-E8A7B7A8D26B}" dt="2025-04-25T13:31:56.063" v="477"/>
          <pc:sldLayoutMkLst>
            <pc:docMk/>
            <pc:sldMasterMk cId="2042168917" sldId="2147483660"/>
            <pc:sldLayoutMk cId="3878922912" sldId="2147483673"/>
          </pc:sldLayoutMkLst>
        </pc:sldLayoutChg>
      </pc:sldMasterChg>
    </pc:docChg>
  </pc:docChgLst>
  <pc:docChgLst>
    <pc:chgData name="Ludovic Moreau, manager" userId="d4484d9b-47eb-4584-82ba-c0eafc1f8c6b" providerId="ADAL" clId="{58C63BD2-5D8F-4C05-A699-55502B258D52}"/>
    <pc:docChg chg="custSel addSld modSld modMainMaster">
      <pc:chgData name="Ludovic Moreau, manager" userId="d4484d9b-47eb-4584-82ba-c0eafc1f8c6b" providerId="ADAL" clId="{58C63BD2-5D8F-4C05-A699-55502B258D52}" dt="2025-02-15T10:19:30.206" v="3152" actId="20577"/>
      <pc:docMkLst>
        <pc:docMk/>
      </pc:docMkLst>
      <pc:sldChg chg="setBg">
        <pc:chgData name="Ludovic Moreau, manager" userId="d4484d9b-47eb-4584-82ba-c0eafc1f8c6b" providerId="ADAL" clId="{58C63BD2-5D8F-4C05-A699-55502B258D52}" dt="2025-02-15T09:59:46.847" v="2750"/>
        <pc:sldMkLst>
          <pc:docMk/>
          <pc:sldMk cId="1239410400" sldId="256"/>
        </pc:sldMkLst>
      </pc:sldChg>
      <pc:sldChg chg="modSp mod modNotesTx">
        <pc:chgData name="Ludovic Moreau, manager" userId="d4484d9b-47eb-4584-82ba-c0eafc1f8c6b" providerId="ADAL" clId="{58C63BD2-5D8F-4C05-A699-55502B258D52}" dt="2025-02-15T10:19:30.206" v="3152" actId="20577"/>
        <pc:sldMkLst>
          <pc:docMk/>
          <pc:sldMk cId="981049072" sldId="259"/>
        </pc:sldMkLst>
      </pc:sldChg>
      <pc:sldChg chg="addSp delSp modSp mod setBg delDesignElem chgLayout">
        <pc:chgData name="Ludovic Moreau, manager" userId="d4484d9b-47eb-4584-82ba-c0eafc1f8c6b" providerId="ADAL" clId="{58C63BD2-5D8F-4C05-A699-55502B258D52}" dt="2025-02-15T09:59:46.847" v="2750"/>
        <pc:sldMkLst>
          <pc:docMk/>
          <pc:sldMk cId="1386766626" sldId="266"/>
        </pc:sldMkLst>
      </pc:sldChg>
      <pc:sldChg chg="addSp delSp modSp mod setBg delDesignElem chgLayout">
        <pc:chgData name="Ludovic Moreau, manager" userId="d4484d9b-47eb-4584-82ba-c0eafc1f8c6b" providerId="ADAL" clId="{58C63BD2-5D8F-4C05-A699-55502B258D52}" dt="2025-02-15T09:59:46.847" v="2750"/>
        <pc:sldMkLst>
          <pc:docMk/>
          <pc:sldMk cId="784852269" sldId="267"/>
        </pc:sldMkLst>
      </pc:sldChg>
      <pc:sldChg chg="modSp new mod">
        <pc:chgData name="Ludovic Moreau, manager" userId="d4484d9b-47eb-4584-82ba-c0eafc1f8c6b" providerId="ADAL" clId="{58C63BD2-5D8F-4C05-A699-55502B258D52}" dt="2025-02-15T01:50:23.283" v="1002" actId="6549"/>
        <pc:sldMkLst>
          <pc:docMk/>
          <pc:sldMk cId="3320990053" sldId="268"/>
        </pc:sldMkLst>
      </pc:sldChg>
      <pc:sldChg chg="addSp modSp add mod">
        <pc:chgData name="Ludovic Moreau, manager" userId="d4484d9b-47eb-4584-82ba-c0eafc1f8c6b" providerId="ADAL" clId="{58C63BD2-5D8F-4C05-A699-55502B258D52}" dt="2025-02-15T01:53:22.910" v="1060" actId="1076"/>
        <pc:sldMkLst>
          <pc:docMk/>
          <pc:sldMk cId="1906641265" sldId="269"/>
        </pc:sldMkLst>
      </pc:sldChg>
      <pc:sldChg chg="addSp delSp modSp add mod">
        <pc:chgData name="Ludovic Moreau, manager" userId="d4484d9b-47eb-4584-82ba-c0eafc1f8c6b" providerId="ADAL" clId="{58C63BD2-5D8F-4C05-A699-55502B258D52}" dt="2025-02-15T01:56:22.331" v="1220" actId="1076"/>
        <pc:sldMkLst>
          <pc:docMk/>
          <pc:sldMk cId="2597799135" sldId="270"/>
        </pc:sldMkLst>
      </pc:sldChg>
      <pc:sldChg chg="delSp modSp add mod">
        <pc:chgData name="Ludovic Moreau, manager" userId="d4484d9b-47eb-4584-82ba-c0eafc1f8c6b" providerId="ADAL" clId="{58C63BD2-5D8F-4C05-A699-55502B258D52}" dt="2025-02-15T10:08:29.654" v="2940" actId="2710"/>
        <pc:sldMkLst>
          <pc:docMk/>
          <pc:sldMk cId="2914716532" sldId="271"/>
        </pc:sldMkLst>
      </pc:sldChg>
      <pc:sldChg chg="addSp modSp add mod">
        <pc:chgData name="Ludovic Moreau, manager" userId="d4484d9b-47eb-4584-82ba-c0eafc1f8c6b" providerId="ADAL" clId="{58C63BD2-5D8F-4C05-A699-55502B258D52}" dt="2025-02-15T10:11:11.408" v="3053" actId="14100"/>
        <pc:sldMkLst>
          <pc:docMk/>
          <pc:sldMk cId="1864322818" sldId="272"/>
        </pc:sldMkLst>
      </pc:sldChg>
      <pc:sldChg chg="addSp modSp new mod">
        <pc:chgData name="Ludovic Moreau, manager" userId="d4484d9b-47eb-4584-82ba-c0eafc1f8c6b" providerId="ADAL" clId="{58C63BD2-5D8F-4C05-A699-55502B258D52}" dt="2025-02-15T09:57:13.955" v="2649" actId="20577"/>
        <pc:sldMkLst>
          <pc:docMk/>
          <pc:sldMk cId="190005201" sldId="273"/>
        </pc:sldMkLst>
      </pc:sldChg>
      <pc:sldChg chg="addSp modSp new mod">
        <pc:chgData name="Ludovic Moreau, manager" userId="d4484d9b-47eb-4584-82ba-c0eafc1f8c6b" providerId="ADAL" clId="{58C63BD2-5D8F-4C05-A699-55502B258D52}" dt="2025-02-15T10:07:56.473" v="2935" actId="14100"/>
        <pc:sldMkLst>
          <pc:docMk/>
          <pc:sldMk cId="1744223721" sldId="274"/>
        </pc:sldMkLst>
      </pc:sldChg>
      <pc:sldMasterChg chg="modSp setBg modSldLayout">
        <pc:chgData name="Ludovic Moreau, manager" userId="d4484d9b-47eb-4584-82ba-c0eafc1f8c6b" providerId="ADAL" clId="{58C63BD2-5D8F-4C05-A699-55502B258D52}" dt="2025-02-15T10:00:45.972" v="2754"/>
        <pc:sldMasterMkLst>
          <pc:docMk/>
          <pc:sldMasterMk cId="2042168917" sldId="2147483660"/>
        </pc:sldMasterMkLst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841021073" sldId="2147483661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591326263" sldId="2147483662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449357763" sldId="2147483663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714033290" sldId="2147483664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1562806448" sldId="2147483665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3239442793" sldId="2147483666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661509976" sldId="2147483667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691374733" sldId="2147483668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668059396" sldId="2147483669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626760205" sldId="2147483670"/>
          </pc:sldLayoutMkLst>
        </pc:sldLayoutChg>
        <pc:sldLayoutChg chg="setBg">
          <pc:chgData name="Ludovic Moreau, manager" userId="d4484d9b-47eb-4584-82ba-c0eafc1f8c6b" providerId="ADAL" clId="{58C63BD2-5D8F-4C05-A699-55502B258D52}" dt="2025-02-15T10:00:45.972" v="2754"/>
          <pc:sldLayoutMkLst>
            <pc:docMk/>
            <pc:sldMasterMk cId="2042168917" sldId="2147483660"/>
            <pc:sldLayoutMk cId="3024445396" sldId="2147483671"/>
          </pc:sldLayoutMkLst>
        </pc:sldLayoutChg>
        <pc:sldLayoutChg chg="setBg">
          <pc:chgData name="Ludovic Moreau, manager" userId="d4484d9b-47eb-4584-82ba-c0eafc1f8c6b" providerId="ADAL" clId="{58C63BD2-5D8F-4C05-A699-55502B258D52}" dt="2025-02-15T09:59:46.847" v="2750"/>
          <pc:sldLayoutMkLst>
            <pc:docMk/>
            <pc:sldMasterMk cId="2042168917" sldId="2147483660"/>
            <pc:sldLayoutMk cId="2698006676" sldId="2147483672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FCB7BD-2591-44E0-ACD2-7014990BE729}" type="doc">
      <dgm:prSet loTypeId="urn:microsoft.com/office/officeart/2005/8/layout/radial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H"/>
        </a:p>
      </dgm:t>
    </dgm:pt>
    <dgm:pt modelId="{20A7D6C7-675C-47F4-920C-B716B5408320}">
      <dgm:prSet phldrT="[Texte]" custT="1"/>
      <dgm:spPr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Fact</a:t>
          </a:r>
        </a:p>
      </dgm:t>
    </dgm:pt>
    <dgm:pt modelId="{B9F8EF51-2738-4140-8011-A967EC883B08}" type="parTrans" cxnId="{D2CBB31A-46AA-4D70-B8E0-316097391E81}">
      <dgm:prSet/>
      <dgm:spPr/>
      <dgm:t>
        <a:bodyPr/>
        <a:lstStyle/>
        <a:p>
          <a:endParaRPr lang="fr-CH"/>
        </a:p>
      </dgm:t>
    </dgm:pt>
    <dgm:pt modelId="{F921B773-E50C-4A37-A947-756E6094505C}" type="sibTrans" cxnId="{D2CBB31A-46AA-4D70-B8E0-316097391E81}">
      <dgm:prSet/>
      <dgm:spPr/>
      <dgm:t>
        <a:bodyPr/>
        <a:lstStyle/>
        <a:p>
          <a:endParaRPr lang="fr-CH"/>
        </a:p>
      </dgm:t>
    </dgm:pt>
    <dgm:pt modelId="{99558E8B-8DE2-4D79-974F-0AC73EA1CD6E}">
      <dgm:prSet phldrT="[Texte]" custT="1"/>
      <dgm:spPr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dim1</a:t>
          </a:r>
        </a:p>
      </dgm:t>
    </dgm:pt>
    <dgm:pt modelId="{43C206B7-920F-4B10-BBF8-875B8F7FF062}" type="parTrans" cxnId="{B33AF0A3-6903-4DF5-A05A-F9C3984BFEEB}">
      <dgm:prSet/>
      <dgm:spPr/>
      <dgm:t>
        <a:bodyPr/>
        <a:lstStyle/>
        <a:p>
          <a:endParaRPr lang="fr-CH"/>
        </a:p>
      </dgm:t>
    </dgm:pt>
    <dgm:pt modelId="{FEC4E0ED-3EB9-4136-B45C-56E72E579BB3}" type="sibTrans" cxnId="{B33AF0A3-6903-4DF5-A05A-F9C3984BFEEB}">
      <dgm:prSet/>
      <dgm:spPr/>
      <dgm:t>
        <a:bodyPr/>
        <a:lstStyle/>
        <a:p>
          <a:endParaRPr lang="fr-CH"/>
        </a:p>
      </dgm:t>
    </dgm:pt>
    <dgm:pt modelId="{23ACC2E6-B2E6-4C85-BE90-44ECE006804D}">
      <dgm:prSet phldrT="[Texte]" custT="1"/>
      <dgm:spPr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Dim2</a:t>
          </a:r>
        </a:p>
      </dgm:t>
    </dgm:pt>
    <dgm:pt modelId="{0096DF6E-3675-48F3-AA7E-FC116A03D3A5}" type="parTrans" cxnId="{A055EC02-D40F-4FAA-BC67-A0C64438B897}">
      <dgm:prSet/>
      <dgm:spPr/>
      <dgm:t>
        <a:bodyPr/>
        <a:lstStyle/>
        <a:p>
          <a:endParaRPr lang="fr-CH"/>
        </a:p>
      </dgm:t>
    </dgm:pt>
    <dgm:pt modelId="{8605B4F2-840C-4B81-885F-6CB4E9AA8CFD}" type="sibTrans" cxnId="{A055EC02-D40F-4FAA-BC67-A0C64438B897}">
      <dgm:prSet/>
      <dgm:spPr/>
      <dgm:t>
        <a:bodyPr/>
        <a:lstStyle/>
        <a:p>
          <a:endParaRPr lang="fr-CH"/>
        </a:p>
      </dgm:t>
    </dgm:pt>
    <dgm:pt modelId="{94638B55-91E5-4394-AC4D-2ACCDF7CA2BA}">
      <dgm:prSet phldrT="[Texte]" custT="1"/>
      <dgm:spPr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Dim3</a:t>
          </a:r>
        </a:p>
      </dgm:t>
    </dgm:pt>
    <dgm:pt modelId="{7140193B-E673-47D7-8B23-8E315AD76EAD}" type="parTrans" cxnId="{47E7BB1F-6713-4DA8-9EA7-2E297A91930A}">
      <dgm:prSet/>
      <dgm:spPr/>
      <dgm:t>
        <a:bodyPr/>
        <a:lstStyle/>
        <a:p>
          <a:endParaRPr lang="fr-CH"/>
        </a:p>
      </dgm:t>
    </dgm:pt>
    <dgm:pt modelId="{89D4B5B2-A3EA-4A94-A307-AD2971EDF558}" type="sibTrans" cxnId="{47E7BB1F-6713-4DA8-9EA7-2E297A91930A}">
      <dgm:prSet/>
      <dgm:spPr/>
      <dgm:t>
        <a:bodyPr/>
        <a:lstStyle/>
        <a:p>
          <a:endParaRPr lang="fr-CH"/>
        </a:p>
      </dgm:t>
    </dgm:pt>
    <dgm:pt modelId="{17477076-F471-44A1-8046-17C77C82343A}">
      <dgm:prSet phldrT="[Texte]" custT="1"/>
      <dgm:spPr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gm:spPr>
      <dgm:t>
        <a:bodyPr spcFirstLastPara="0" vert="horz" wrap="square" lIns="8890" tIns="8890" rIns="889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Calendrier</a:t>
          </a:r>
        </a:p>
      </dgm:t>
    </dgm:pt>
    <dgm:pt modelId="{18962DB4-55C0-47D2-A4DA-FEC6571C9456}" type="parTrans" cxnId="{6014D4F4-C6B7-4327-8532-4AEF817E2944}">
      <dgm:prSet/>
      <dgm:spPr/>
      <dgm:t>
        <a:bodyPr/>
        <a:lstStyle/>
        <a:p>
          <a:endParaRPr lang="fr-CH"/>
        </a:p>
      </dgm:t>
    </dgm:pt>
    <dgm:pt modelId="{9E3BA649-8D8A-44C6-9245-C4AE062FC037}" type="sibTrans" cxnId="{6014D4F4-C6B7-4327-8532-4AEF817E2944}">
      <dgm:prSet/>
      <dgm:spPr/>
      <dgm:t>
        <a:bodyPr/>
        <a:lstStyle/>
        <a:p>
          <a:endParaRPr lang="fr-CH"/>
        </a:p>
      </dgm:t>
    </dgm:pt>
    <dgm:pt modelId="{67553816-9B57-4802-ADD4-1BE2DEFE30C9}" type="pres">
      <dgm:prSet presAssocID="{2BFCB7BD-2591-44E0-ACD2-7014990BE72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DB37C6D-DE4F-49A3-82B8-49BB52BC9F7D}" type="pres">
      <dgm:prSet presAssocID="{20A7D6C7-675C-47F4-920C-B716B5408320}" presName="centerShape" presStyleLbl="node0" presStyleIdx="0" presStyleCnt="1"/>
      <dgm:spPr>
        <a:xfrm>
          <a:off x="1725338" y="808860"/>
          <a:ext cx="614534" cy="614534"/>
        </a:xfrm>
        <a:prstGeom prst="flowChartMagneticDisk">
          <a:avLst/>
        </a:prstGeom>
      </dgm:spPr>
    </dgm:pt>
    <dgm:pt modelId="{914D7687-0058-4128-BE3A-0A2683641C1C}" type="pres">
      <dgm:prSet presAssocID="{43C206B7-920F-4B10-BBF8-875B8F7FF062}" presName="Name9" presStyleLbl="parChTrans1D2" presStyleIdx="0" presStyleCnt="4"/>
      <dgm:spPr/>
    </dgm:pt>
    <dgm:pt modelId="{3A6D32CE-BFC7-457F-A6CA-22E1DE3B3E16}" type="pres">
      <dgm:prSet presAssocID="{43C206B7-920F-4B10-BBF8-875B8F7FF062}" presName="connTx" presStyleLbl="parChTrans1D2" presStyleIdx="0" presStyleCnt="4"/>
      <dgm:spPr/>
    </dgm:pt>
    <dgm:pt modelId="{423DF3EC-65C6-46CE-ADA5-4679A3BA62D1}" type="pres">
      <dgm:prSet presAssocID="{99558E8B-8DE2-4D79-974F-0AC73EA1CD6E}" presName="node" presStyleLbl="node1" presStyleIdx="0" presStyleCnt="4">
        <dgm:presLayoutVars>
          <dgm:bulletEnabled val="1"/>
        </dgm:presLayoutVars>
      </dgm:prSet>
      <dgm:spPr>
        <a:xfrm>
          <a:off x="1725338" y="8936"/>
          <a:ext cx="614534" cy="614534"/>
        </a:xfrm>
        <a:prstGeom prst="flowChartMagneticDisk">
          <a:avLst/>
        </a:prstGeom>
      </dgm:spPr>
    </dgm:pt>
    <dgm:pt modelId="{C0CBF69A-9055-483D-B4C9-AC3796204320}" type="pres">
      <dgm:prSet presAssocID="{0096DF6E-3675-48F3-AA7E-FC116A03D3A5}" presName="Name9" presStyleLbl="parChTrans1D2" presStyleIdx="1" presStyleCnt="4"/>
      <dgm:spPr/>
    </dgm:pt>
    <dgm:pt modelId="{D1E56E3D-7F52-41F1-A2FA-34978AF13E73}" type="pres">
      <dgm:prSet presAssocID="{0096DF6E-3675-48F3-AA7E-FC116A03D3A5}" presName="connTx" presStyleLbl="parChTrans1D2" presStyleIdx="1" presStyleCnt="4"/>
      <dgm:spPr/>
    </dgm:pt>
    <dgm:pt modelId="{91EEAA65-CEF6-4F82-AC07-C6030F5D9968}" type="pres">
      <dgm:prSet presAssocID="{23ACC2E6-B2E6-4C85-BE90-44ECE006804D}" presName="node" presStyleLbl="node1" presStyleIdx="1" presStyleCnt="4">
        <dgm:presLayoutVars>
          <dgm:bulletEnabled val="1"/>
        </dgm:presLayoutVars>
      </dgm:prSet>
      <dgm:spPr>
        <a:xfrm>
          <a:off x="2525261" y="808860"/>
          <a:ext cx="614534" cy="614534"/>
        </a:xfrm>
        <a:prstGeom prst="flowChartMagneticDisk">
          <a:avLst/>
        </a:prstGeom>
      </dgm:spPr>
    </dgm:pt>
    <dgm:pt modelId="{FF8B7EDF-1614-465C-973C-134474E77DF5}" type="pres">
      <dgm:prSet presAssocID="{7140193B-E673-47D7-8B23-8E315AD76EAD}" presName="Name9" presStyleLbl="parChTrans1D2" presStyleIdx="2" presStyleCnt="4"/>
      <dgm:spPr/>
    </dgm:pt>
    <dgm:pt modelId="{1AD20E16-0302-4D91-9E30-E557A82585D2}" type="pres">
      <dgm:prSet presAssocID="{7140193B-E673-47D7-8B23-8E315AD76EAD}" presName="connTx" presStyleLbl="parChTrans1D2" presStyleIdx="2" presStyleCnt="4"/>
      <dgm:spPr/>
    </dgm:pt>
    <dgm:pt modelId="{03C4AA98-A7E5-4208-8095-9D1BCC946DB1}" type="pres">
      <dgm:prSet presAssocID="{94638B55-91E5-4394-AC4D-2ACCDF7CA2BA}" presName="node" presStyleLbl="node1" presStyleIdx="2" presStyleCnt="4">
        <dgm:presLayoutVars>
          <dgm:bulletEnabled val="1"/>
        </dgm:presLayoutVars>
      </dgm:prSet>
      <dgm:spPr>
        <a:xfrm>
          <a:off x="1725338" y="1608783"/>
          <a:ext cx="614534" cy="614534"/>
        </a:xfrm>
        <a:prstGeom prst="flowChartMagneticDisk">
          <a:avLst/>
        </a:prstGeom>
      </dgm:spPr>
    </dgm:pt>
    <dgm:pt modelId="{3D797ADD-9284-45AD-B4F7-6C4976B21C14}" type="pres">
      <dgm:prSet presAssocID="{18962DB4-55C0-47D2-A4DA-FEC6571C9456}" presName="Name9" presStyleLbl="parChTrans1D2" presStyleIdx="3" presStyleCnt="4"/>
      <dgm:spPr/>
    </dgm:pt>
    <dgm:pt modelId="{77EF56ED-CB73-4243-B64E-6BEBE73CDF80}" type="pres">
      <dgm:prSet presAssocID="{18962DB4-55C0-47D2-A4DA-FEC6571C9456}" presName="connTx" presStyleLbl="parChTrans1D2" presStyleIdx="3" presStyleCnt="4"/>
      <dgm:spPr/>
    </dgm:pt>
    <dgm:pt modelId="{2AF3C88F-9E7E-473F-A195-E0EF33810634}" type="pres">
      <dgm:prSet presAssocID="{17477076-F471-44A1-8046-17C77C82343A}" presName="node" presStyleLbl="node1" presStyleIdx="3" presStyleCnt="4" custScaleX="161256" custRadScaleRad="120138" custRadScaleInc="-3922">
        <dgm:presLayoutVars>
          <dgm:bulletEnabled val="1"/>
        </dgm:presLayoutVars>
      </dgm:prSet>
      <dgm:spPr>
        <a:xfrm>
          <a:off x="836620" y="808860"/>
          <a:ext cx="792122" cy="614534"/>
        </a:xfrm>
        <a:prstGeom prst="flowChartMagneticDisk">
          <a:avLst/>
        </a:prstGeom>
      </dgm:spPr>
    </dgm:pt>
  </dgm:ptLst>
  <dgm:cxnLst>
    <dgm:cxn modelId="{A055EC02-D40F-4FAA-BC67-A0C64438B897}" srcId="{20A7D6C7-675C-47F4-920C-B716B5408320}" destId="{23ACC2E6-B2E6-4C85-BE90-44ECE006804D}" srcOrd="1" destOrd="0" parTransId="{0096DF6E-3675-48F3-AA7E-FC116A03D3A5}" sibTransId="{8605B4F2-840C-4B81-885F-6CB4E9AA8CFD}"/>
    <dgm:cxn modelId="{D2CBB31A-46AA-4D70-B8E0-316097391E81}" srcId="{2BFCB7BD-2591-44E0-ACD2-7014990BE729}" destId="{20A7D6C7-675C-47F4-920C-B716B5408320}" srcOrd="0" destOrd="0" parTransId="{B9F8EF51-2738-4140-8011-A967EC883B08}" sibTransId="{F921B773-E50C-4A37-A947-756E6094505C}"/>
    <dgm:cxn modelId="{47E7BB1F-6713-4DA8-9EA7-2E297A91930A}" srcId="{20A7D6C7-675C-47F4-920C-B716B5408320}" destId="{94638B55-91E5-4394-AC4D-2ACCDF7CA2BA}" srcOrd="2" destOrd="0" parTransId="{7140193B-E673-47D7-8B23-8E315AD76EAD}" sibTransId="{89D4B5B2-A3EA-4A94-A307-AD2971EDF558}"/>
    <dgm:cxn modelId="{AF83F63E-1DD4-460F-AAE8-6C670F5AF35B}" type="presOf" srcId="{43C206B7-920F-4B10-BBF8-875B8F7FF062}" destId="{3A6D32CE-BFC7-457F-A6CA-22E1DE3B3E16}" srcOrd="1" destOrd="0" presId="urn:microsoft.com/office/officeart/2005/8/layout/radial1"/>
    <dgm:cxn modelId="{EAD40961-7788-4796-8667-E05EB271F8C6}" type="presOf" srcId="{2BFCB7BD-2591-44E0-ACD2-7014990BE729}" destId="{67553816-9B57-4802-ADD4-1BE2DEFE30C9}" srcOrd="0" destOrd="0" presId="urn:microsoft.com/office/officeart/2005/8/layout/radial1"/>
    <dgm:cxn modelId="{75D1E865-3CE8-45AF-A024-9EAD19B80A77}" type="presOf" srcId="{99558E8B-8DE2-4D79-974F-0AC73EA1CD6E}" destId="{423DF3EC-65C6-46CE-ADA5-4679A3BA62D1}" srcOrd="0" destOrd="0" presId="urn:microsoft.com/office/officeart/2005/8/layout/radial1"/>
    <dgm:cxn modelId="{C337876B-30B4-457B-856D-5A115E6AF2B6}" type="presOf" srcId="{7140193B-E673-47D7-8B23-8E315AD76EAD}" destId="{1AD20E16-0302-4D91-9E30-E557A82585D2}" srcOrd="1" destOrd="0" presId="urn:microsoft.com/office/officeart/2005/8/layout/radial1"/>
    <dgm:cxn modelId="{5C193750-7A30-4BFB-9C3A-2EB232F584A7}" type="presOf" srcId="{0096DF6E-3675-48F3-AA7E-FC116A03D3A5}" destId="{C0CBF69A-9055-483D-B4C9-AC3796204320}" srcOrd="0" destOrd="0" presId="urn:microsoft.com/office/officeart/2005/8/layout/radial1"/>
    <dgm:cxn modelId="{E02C4950-95B6-4F53-9E62-087930B87D81}" type="presOf" srcId="{94638B55-91E5-4394-AC4D-2ACCDF7CA2BA}" destId="{03C4AA98-A7E5-4208-8095-9D1BCC946DB1}" srcOrd="0" destOrd="0" presId="urn:microsoft.com/office/officeart/2005/8/layout/radial1"/>
    <dgm:cxn modelId="{34327C57-1E92-4669-901D-A58F94C957C2}" type="presOf" srcId="{20A7D6C7-675C-47F4-920C-B716B5408320}" destId="{EDB37C6D-DE4F-49A3-82B8-49BB52BC9F7D}" srcOrd="0" destOrd="0" presId="urn:microsoft.com/office/officeart/2005/8/layout/radial1"/>
    <dgm:cxn modelId="{B33AF0A3-6903-4DF5-A05A-F9C3984BFEEB}" srcId="{20A7D6C7-675C-47F4-920C-B716B5408320}" destId="{99558E8B-8DE2-4D79-974F-0AC73EA1CD6E}" srcOrd="0" destOrd="0" parTransId="{43C206B7-920F-4B10-BBF8-875B8F7FF062}" sibTransId="{FEC4E0ED-3EB9-4136-B45C-56E72E579BB3}"/>
    <dgm:cxn modelId="{F9B5B9AE-B4CE-48CA-AD11-5B3BC8FDEC9E}" type="presOf" srcId="{18962DB4-55C0-47D2-A4DA-FEC6571C9456}" destId="{3D797ADD-9284-45AD-B4F7-6C4976B21C14}" srcOrd="0" destOrd="0" presId="urn:microsoft.com/office/officeart/2005/8/layout/radial1"/>
    <dgm:cxn modelId="{B30036B6-7826-43FE-8EC0-CF10E83247B4}" type="presOf" srcId="{18962DB4-55C0-47D2-A4DA-FEC6571C9456}" destId="{77EF56ED-CB73-4243-B64E-6BEBE73CDF80}" srcOrd="1" destOrd="0" presId="urn:microsoft.com/office/officeart/2005/8/layout/radial1"/>
    <dgm:cxn modelId="{B96E64BB-1624-4F80-86C2-D4DA5BA0344F}" type="presOf" srcId="{43C206B7-920F-4B10-BBF8-875B8F7FF062}" destId="{914D7687-0058-4128-BE3A-0A2683641C1C}" srcOrd="0" destOrd="0" presId="urn:microsoft.com/office/officeart/2005/8/layout/radial1"/>
    <dgm:cxn modelId="{8AE3CFBB-6E14-4E96-B25D-9E0541F40E3E}" type="presOf" srcId="{0096DF6E-3675-48F3-AA7E-FC116A03D3A5}" destId="{D1E56E3D-7F52-41F1-A2FA-34978AF13E73}" srcOrd="1" destOrd="0" presId="urn:microsoft.com/office/officeart/2005/8/layout/radial1"/>
    <dgm:cxn modelId="{963B43CF-A56C-48A8-86B0-D197A4DF8C93}" type="presOf" srcId="{7140193B-E673-47D7-8B23-8E315AD76EAD}" destId="{FF8B7EDF-1614-465C-973C-134474E77DF5}" srcOrd="0" destOrd="0" presId="urn:microsoft.com/office/officeart/2005/8/layout/radial1"/>
    <dgm:cxn modelId="{C1AF79EF-62FF-4219-A0D8-8E1FF1A00893}" type="presOf" srcId="{23ACC2E6-B2E6-4C85-BE90-44ECE006804D}" destId="{91EEAA65-CEF6-4F82-AC07-C6030F5D9968}" srcOrd="0" destOrd="0" presId="urn:microsoft.com/office/officeart/2005/8/layout/radial1"/>
    <dgm:cxn modelId="{6014D4F4-C6B7-4327-8532-4AEF817E2944}" srcId="{20A7D6C7-675C-47F4-920C-B716B5408320}" destId="{17477076-F471-44A1-8046-17C77C82343A}" srcOrd="3" destOrd="0" parTransId="{18962DB4-55C0-47D2-A4DA-FEC6571C9456}" sibTransId="{9E3BA649-8D8A-44C6-9245-C4AE062FC037}"/>
    <dgm:cxn modelId="{146993FF-C66F-4EB5-BAB4-FE4F9ACABAF7}" type="presOf" srcId="{17477076-F471-44A1-8046-17C77C82343A}" destId="{2AF3C88F-9E7E-473F-A195-E0EF33810634}" srcOrd="0" destOrd="0" presId="urn:microsoft.com/office/officeart/2005/8/layout/radial1"/>
    <dgm:cxn modelId="{E5D62F4F-613B-4475-8744-BD0ADE89DD9D}" type="presParOf" srcId="{67553816-9B57-4802-ADD4-1BE2DEFE30C9}" destId="{EDB37C6D-DE4F-49A3-82B8-49BB52BC9F7D}" srcOrd="0" destOrd="0" presId="urn:microsoft.com/office/officeart/2005/8/layout/radial1"/>
    <dgm:cxn modelId="{86B1E451-9426-467C-9967-EA813D490A09}" type="presParOf" srcId="{67553816-9B57-4802-ADD4-1BE2DEFE30C9}" destId="{914D7687-0058-4128-BE3A-0A2683641C1C}" srcOrd="1" destOrd="0" presId="urn:microsoft.com/office/officeart/2005/8/layout/radial1"/>
    <dgm:cxn modelId="{CF85482F-D09E-4F18-8C6F-0EBA835B96BE}" type="presParOf" srcId="{914D7687-0058-4128-BE3A-0A2683641C1C}" destId="{3A6D32CE-BFC7-457F-A6CA-22E1DE3B3E16}" srcOrd="0" destOrd="0" presId="urn:microsoft.com/office/officeart/2005/8/layout/radial1"/>
    <dgm:cxn modelId="{3D3A01B9-B7F2-4B85-A402-7395F29D039C}" type="presParOf" srcId="{67553816-9B57-4802-ADD4-1BE2DEFE30C9}" destId="{423DF3EC-65C6-46CE-ADA5-4679A3BA62D1}" srcOrd="2" destOrd="0" presId="urn:microsoft.com/office/officeart/2005/8/layout/radial1"/>
    <dgm:cxn modelId="{398A1ED9-383E-4DE5-A3DE-E9A64E58F4F0}" type="presParOf" srcId="{67553816-9B57-4802-ADD4-1BE2DEFE30C9}" destId="{C0CBF69A-9055-483D-B4C9-AC3796204320}" srcOrd="3" destOrd="0" presId="urn:microsoft.com/office/officeart/2005/8/layout/radial1"/>
    <dgm:cxn modelId="{637767F1-C89D-4457-8898-A6A15740EE47}" type="presParOf" srcId="{C0CBF69A-9055-483D-B4C9-AC3796204320}" destId="{D1E56E3D-7F52-41F1-A2FA-34978AF13E73}" srcOrd="0" destOrd="0" presId="urn:microsoft.com/office/officeart/2005/8/layout/radial1"/>
    <dgm:cxn modelId="{39DFCE44-E385-48C8-B2D4-B5430FEC284A}" type="presParOf" srcId="{67553816-9B57-4802-ADD4-1BE2DEFE30C9}" destId="{91EEAA65-CEF6-4F82-AC07-C6030F5D9968}" srcOrd="4" destOrd="0" presId="urn:microsoft.com/office/officeart/2005/8/layout/radial1"/>
    <dgm:cxn modelId="{031BD328-562E-4498-A8E6-929B1FC0797F}" type="presParOf" srcId="{67553816-9B57-4802-ADD4-1BE2DEFE30C9}" destId="{FF8B7EDF-1614-465C-973C-134474E77DF5}" srcOrd="5" destOrd="0" presId="urn:microsoft.com/office/officeart/2005/8/layout/radial1"/>
    <dgm:cxn modelId="{8E4A9A08-F98A-40A0-905D-D5EBFC293339}" type="presParOf" srcId="{FF8B7EDF-1614-465C-973C-134474E77DF5}" destId="{1AD20E16-0302-4D91-9E30-E557A82585D2}" srcOrd="0" destOrd="0" presId="urn:microsoft.com/office/officeart/2005/8/layout/radial1"/>
    <dgm:cxn modelId="{5E7997C7-60C9-446B-8499-88E49E2140CC}" type="presParOf" srcId="{67553816-9B57-4802-ADD4-1BE2DEFE30C9}" destId="{03C4AA98-A7E5-4208-8095-9D1BCC946DB1}" srcOrd="6" destOrd="0" presId="urn:microsoft.com/office/officeart/2005/8/layout/radial1"/>
    <dgm:cxn modelId="{8EBE5864-D3F5-41D8-A259-B62DC01A6578}" type="presParOf" srcId="{67553816-9B57-4802-ADD4-1BE2DEFE30C9}" destId="{3D797ADD-9284-45AD-B4F7-6C4976B21C14}" srcOrd="7" destOrd="0" presId="urn:microsoft.com/office/officeart/2005/8/layout/radial1"/>
    <dgm:cxn modelId="{0766F568-D92F-41F6-BCF0-A911090F5DB2}" type="presParOf" srcId="{3D797ADD-9284-45AD-B4F7-6C4976B21C14}" destId="{77EF56ED-CB73-4243-B64E-6BEBE73CDF80}" srcOrd="0" destOrd="0" presId="urn:microsoft.com/office/officeart/2005/8/layout/radial1"/>
    <dgm:cxn modelId="{2692F8F0-ED01-489D-B86A-08D90ABD4E6D}" type="presParOf" srcId="{67553816-9B57-4802-ADD4-1BE2DEFE30C9}" destId="{2AF3C88F-9E7E-473F-A195-E0EF33810634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B37C6D-DE4F-49A3-82B8-49BB52BC9F7D}">
      <dsp:nvSpPr>
        <dsp:cNvPr id="0" name=""/>
        <dsp:cNvSpPr/>
      </dsp:nvSpPr>
      <dsp:spPr>
        <a:xfrm>
          <a:off x="1775050" y="808860"/>
          <a:ext cx="614534" cy="614534"/>
        </a:xfrm>
        <a:prstGeom prst="flowChartMagneticDisk">
          <a:avLst/>
        </a:prstGeom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Fact</a:t>
          </a:r>
        </a:p>
      </dsp:txBody>
      <dsp:txXfrm>
        <a:off x="1775050" y="1013705"/>
        <a:ext cx="614534" cy="307267"/>
      </dsp:txXfrm>
    </dsp:sp>
    <dsp:sp modelId="{914D7687-0058-4128-BE3A-0A2683641C1C}">
      <dsp:nvSpPr>
        <dsp:cNvPr id="0" name=""/>
        <dsp:cNvSpPr/>
      </dsp:nvSpPr>
      <dsp:spPr>
        <a:xfrm rot="16200000">
          <a:off x="1989624" y="702256"/>
          <a:ext cx="185388" cy="27818"/>
        </a:xfrm>
        <a:custGeom>
          <a:avLst/>
          <a:gdLst/>
          <a:ahLst/>
          <a:cxnLst/>
          <a:rect l="0" t="0" r="0" b="0"/>
          <a:pathLst>
            <a:path>
              <a:moveTo>
                <a:pt x="0" y="13909"/>
              </a:moveTo>
              <a:lnTo>
                <a:pt x="185388" y="139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H" sz="500" kern="1200"/>
        </a:p>
      </dsp:txBody>
      <dsp:txXfrm>
        <a:off x="2077683" y="711531"/>
        <a:ext cx="9269" cy="9269"/>
      </dsp:txXfrm>
    </dsp:sp>
    <dsp:sp modelId="{423DF3EC-65C6-46CE-ADA5-4679A3BA62D1}">
      <dsp:nvSpPr>
        <dsp:cNvPr id="0" name=""/>
        <dsp:cNvSpPr/>
      </dsp:nvSpPr>
      <dsp:spPr>
        <a:xfrm>
          <a:off x="1775050" y="8936"/>
          <a:ext cx="614534" cy="614534"/>
        </a:xfrm>
        <a:prstGeom prst="flowChartMagneticDisk">
          <a:avLst/>
        </a:prstGeom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dim1</a:t>
          </a:r>
        </a:p>
      </dsp:txBody>
      <dsp:txXfrm>
        <a:off x="1775050" y="213781"/>
        <a:ext cx="614534" cy="307267"/>
      </dsp:txXfrm>
    </dsp:sp>
    <dsp:sp modelId="{C0CBF69A-9055-483D-B4C9-AC3796204320}">
      <dsp:nvSpPr>
        <dsp:cNvPr id="0" name=""/>
        <dsp:cNvSpPr/>
      </dsp:nvSpPr>
      <dsp:spPr>
        <a:xfrm>
          <a:off x="2389585" y="1102218"/>
          <a:ext cx="185388" cy="27818"/>
        </a:xfrm>
        <a:custGeom>
          <a:avLst/>
          <a:gdLst/>
          <a:ahLst/>
          <a:cxnLst/>
          <a:rect l="0" t="0" r="0" b="0"/>
          <a:pathLst>
            <a:path>
              <a:moveTo>
                <a:pt x="0" y="13909"/>
              </a:moveTo>
              <a:lnTo>
                <a:pt x="185388" y="139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H" sz="500" kern="1200"/>
        </a:p>
      </dsp:txBody>
      <dsp:txXfrm>
        <a:off x="2477645" y="1111492"/>
        <a:ext cx="9269" cy="9269"/>
      </dsp:txXfrm>
    </dsp:sp>
    <dsp:sp modelId="{91EEAA65-CEF6-4F82-AC07-C6030F5D9968}">
      <dsp:nvSpPr>
        <dsp:cNvPr id="0" name=""/>
        <dsp:cNvSpPr/>
      </dsp:nvSpPr>
      <dsp:spPr>
        <a:xfrm>
          <a:off x="2574974" y="808860"/>
          <a:ext cx="614534" cy="614534"/>
        </a:xfrm>
        <a:prstGeom prst="flowChartMagneticDisk">
          <a:avLst/>
        </a:prstGeom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Dim2</a:t>
          </a:r>
        </a:p>
      </dsp:txBody>
      <dsp:txXfrm>
        <a:off x="2574974" y="1013705"/>
        <a:ext cx="614534" cy="307267"/>
      </dsp:txXfrm>
    </dsp:sp>
    <dsp:sp modelId="{FF8B7EDF-1614-465C-973C-134474E77DF5}">
      <dsp:nvSpPr>
        <dsp:cNvPr id="0" name=""/>
        <dsp:cNvSpPr/>
      </dsp:nvSpPr>
      <dsp:spPr>
        <a:xfrm rot="5400000">
          <a:off x="1989624" y="1502180"/>
          <a:ext cx="185388" cy="27818"/>
        </a:xfrm>
        <a:custGeom>
          <a:avLst/>
          <a:gdLst/>
          <a:ahLst/>
          <a:cxnLst/>
          <a:rect l="0" t="0" r="0" b="0"/>
          <a:pathLst>
            <a:path>
              <a:moveTo>
                <a:pt x="0" y="13909"/>
              </a:moveTo>
              <a:lnTo>
                <a:pt x="185388" y="139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H" sz="500" kern="1200"/>
        </a:p>
      </dsp:txBody>
      <dsp:txXfrm>
        <a:off x="2077683" y="1511454"/>
        <a:ext cx="9269" cy="9269"/>
      </dsp:txXfrm>
    </dsp:sp>
    <dsp:sp modelId="{03C4AA98-A7E5-4208-8095-9D1BCC946DB1}">
      <dsp:nvSpPr>
        <dsp:cNvPr id="0" name=""/>
        <dsp:cNvSpPr/>
      </dsp:nvSpPr>
      <dsp:spPr>
        <a:xfrm>
          <a:off x="1775050" y="1608783"/>
          <a:ext cx="614534" cy="614534"/>
        </a:xfrm>
        <a:prstGeom prst="flowChartMagneticDisk">
          <a:avLst/>
        </a:prstGeom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Dim3</a:t>
          </a:r>
        </a:p>
      </dsp:txBody>
      <dsp:txXfrm>
        <a:off x="1775050" y="1813628"/>
        <a:ext cx="614534" cy="307267"/>
      </dsp:txXfrm>
    </dsp:sp>
    <dsp:sp modelId="{3D797ADD-9284-45AD-B4F7-6C4976B21C14}">
      <dsp:nvSpPr>
        <dsp:cNvPr id="0" name=""/>
        <dsp:cNvSpPr/>
      </dsp:nvSpPr>
      <dsp:spPr>
        <a:xfrm rot="10694106">
          <a:off x="1616601" y="1114124"/>
          <a:ext cx="158633" cy="27818"/>
        </a:xfrm>
        <a:custGeom>
          <a:avLst/>
          <a:gdLst/>
          <a:ahLst/>
          <a:cxnLst/>
          <a:rect l="0" t="0" r="0" b="0"/>
          <a:pathLst>
            <a:path>
              <a:moveTo>
                <a:pt x="0" y="13909"/>
              </a:moveTo>
              <a:lnTo>
                <a:pt x="158633" y="1390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H" sz="500" kern="1200"/>
        </a:p>
      </dsp:txBody>
      <dsp:txXfrm rot="10800000">
        <a:off x="1691952" y="1124067"/>
        <a:ext cx="7931" cy="7931"/>
      </dsp:txXfrm>
    </dsp:sp>
    <dsp:sp modelId="{2AF3C88F-9E7E-473F-A195-E0EF33810634}">
      <dsp:nvSpPr>
        <dsp:cNvPr id="0" name=""/>
        <dsp:cNvSpPr/>
      </dsp:nvSpPr>
      <dsp:spPr>
        <a:xfrm>
          <a:off x="626275" y="838457"/>
          <a:ext cx="990974" cy="614534"/>
        </a:xfrm>
        <a:prstGeom prst="flowChartMagneticDisk">
          <a:avLst/>
        </a:prstGeom>
        <a:solidFill>
          <a:srgbClr val="FFCA08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9C6A6A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400" kern="1200" dirty="0">
              <a:solidFill>
                <a:srgbClr val="9C6A6A">
                  <a:lumMod val="75000"/>
                </a:srgbClr>
              </a:solidFill>
              <a:latin typeface="Grandview Display"/>
              <a:ea typeface="+mn-ea"/>
              <a:cs typeface="+mn-cs"/>
            </a:rPr>
            <a:t>Calendrier</a:t>
          </a:r>
        </a:p>
      </dsp:txBody>
      <dsp:txXfrm>
        <a:off x="626275" y="1043302"/>
        <a:ext cx="990974" cy="307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90A55B-F84B-4D90-BA54-A3FF83FE8810}" type="datetimeFigureOut">
              <a:rPr lang="fr-CH" smtClean="0"/>
              <a:t>27.08.2025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D78EE-1C1A-43E0-B00C-9978D6BE1230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6974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Fichiers PBIX et sources dans OneDrive/</a:t>
            </a:r>
            <a:r>
              <a:rPr lang="fr-CH" dirty="0" err="1"/>
              <a:t>Digicomp</a:t>
            </a:r>
            <a:r>
              <a:rPr lang="fr-CH" dirty="0"/>
              <a:t>/&gt;Power PIVOT / A_PARTIR_DE_FICHIER_PLAT/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D78EE-1C1A-43E0-B00C-9978D6BE1230}" type="slidenum">
              <a:rPr lang="fr-CH" smtClean="0"/>
              <a:t>4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566251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3879" y="11794"/>
            <a:ext cx="10723245" cy="113872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746305"/>
            <a:ext cx="9275444" cy="404210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45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8C5CEA-32AE-545C-ADC5-2E6ABC7FA34B}"/>
              </a:ext>
            </a:extLst>
          </p:cNvPr>
          <p:cNvSpPr txBox="1"/>
          <p:nvPr userDrawn="1"/>
        </p:nvSpPr>
        <p:spPr>
          <a:xfrm rot="16200000">
            <a:off x="-3241595" y="3245287"/>
            <a:ext cx="685990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fr-CH" dirty="0"/>
              <a:t>MODELE DE DONNEES - Exercice 1 : Fichier Plat</a:t>
            </a:r>
          </a:p>
        </p:txBody>
      </p:sp>
    </p:spTree>
    <p:extLst>
      <p:ext uri="{BB962C8B-B14F-4D97-AF65-F5344CB8AC3E}">
        <p14:creationId xmlns:p14="http://schemas.microsoft.com/office/powerpoint/2010/main" val="626760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6525"/>
            <a:ext cx="10890929" cy="80645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190625"/>
            <a:ext cx="10890928" cy="500900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8C5CEA-32AE-545C-ADC5-2E6ABC7FA34B}"/>
              </a:ext>
            </a:extLst>
          </p:cNvPr>
          <p:cNvSpPr txBox="1"/>
          <p:nvPr userDrawn="1"/>
        </p:nvSpPr>
        <p:spPr>
          <a:xfrm rot="16200000">
            <a:off x="-3241595" y="3245287"/>
            <a:ext cx="6859906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fr-CH" dirty="0"/>
              <a:t>MODELE DE DONNEES - Exercice 2 : </a:t>
            </a:r>
            <a:r>
              <a:rPr lang="fr-CH" dirty="0" err="1"/>
              <a:t>Swicrosoft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78922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006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mid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059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7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09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427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06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332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57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262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021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000">
              <a:schemeClr val="accent1">
                <a:lumMod val="20000"/>
                <a:lumOff val="80000"/>
              </a:schemeClr>
            </a:gs>
            <a:gs pos="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16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73" r:id="rId3"/>
    <p:sldLayoutId id="2147483672" r:id="rId4"/>
    <p:sldLayoutId id="2147483669" r:id="rId5"/>
    <p:sldLayoutId id="2147483668" r:id="rId6"/>
    <p:sldLayoutId id="2147483667" r:id="rId7"/>
    <p:sldLayoutId id="2147483666" r:id="rId8"/>
    <p:sldLayoutId id="2147483665" r:id="rId9"/>
    <p:sldLayoutId id="2147483664" r:id="rId10"/>
    <p:sldLayoutId id="2147483663" r:id="rId11"/>
    <p:sldLayoutId id="2147483662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7.png"/><Relationship Id="rId4" Type="http://schemas.openxmlformats.org/officeDocument/2006/relationships/diagramData" Target="../diagrams/data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FB827A7-B69D-3C2E-DABB-6B7E4C87E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" b="528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D03DD8A-001A-A347-3CD4-82F1065DD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06055" y="1423111"/>
            <a:ext cx="4308672" cy="3224045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fr-CH" sz="4500" dirty="0"/>
              <a:t>POWER QUERY</a:t>
            </a:r>
            <a:br>
              <a:rPr lang="fr-CH" sz="4500" dirty="0"/>
            </a:br>
            <a:br>
              <a:rPr lang="fr-CH" sz="4500" dirty="0"/>
            </a:br>
            <a:r>
              <a:rPr lang="fr-CH" sz="4500" dirty="0"/>
              <a:t>POWER PIVOT</a:t>
            </a:r>
            <a:br>
              <a:rPr lang="fr-CH" sz="4500" dirty="0"/>
            </a:br>
            <a:br>
              <a:rPr lang="fr-CH" sz="4500" dirty="0"/>
            </a:br>
            <a:r>
              <a:rPr lang="fr-CH" sz="4500" dirty="0"/>
              <a:t>Modèle de données</a:t>
            </a:r>
            <a:br>
              <a:rPr lang="fr-CH" sz="4500" dirty="0"/>
            </a:br>
            <a:endParaRPr lang="fr-CH" sz="45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E9F79E-DD21-BB03-D3AC-0ED8F79BA5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fr-CH"/>
              <a:t>EXERCICES</a:t>
            </a:r>
            <a:endParaRPr lang="fr-CH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67134EEE-ED0A-4EA5-A998-54B331D862FD}"/>
              </a:ext>
            </a:extLst>
          </p:cNvPr>
          <p:cNvSpPr txBox="1"/>
          <p:nvPr/>
        </p:nvSpPr>
        <p:spPr>
          <a:xfrm>
            <a:off x="38100" y="6448425"/>
            <a:ext cx="6731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i="1" dirty="0">
                <a:solidFill>
                  <a:schemeClr val="bg1">
                    <a:lumMod val="50000"/>
                  </a:schemeClr>
                </a:solidFill>
              </a:rPr>
              <a:t>Ludovic Moreau – moreau@artofnet.ch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C64ED75-99E2-7254-AAEC-FAD450B56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545" b="98485" l="3759" r="92105">
                        <a14:foregroundMark x1="6015" y1="30303" x2="10902" y2="67424"/>
                        <a14:foregroundMark x1="10902" y1="67424" x2="13158" y2="55303"/>
                        <a14:foregroundMark x1="15038" y1="78788" x2="37970" y2="94697"/>
                        <a14:foregroundMark x1="37970" y1="94697" x2="20301" y2="71970"/>
                        <a14:foregroundMark x1="20301" y1="71970" x2="15789" y2="78030"/>
                        <a14:foregroundMark x1="69019" y1="87616" x2="79323" y2="43939"/>
                        <a14:foregroundMark x1="79323" y1="43939" x2="98872" y2="49242"/>
                        <a14:foregroundMark x1="98872" y1="49242" x2="93233" y2="90152"/>
                        <a14:foregroundMark x1="93233" y1="90152" x2="85377" y2="92413"/>
                        <a14:foregroundMark x1="89850" y1="93939" x2="91353" y2="34091"/>
                        <a14:foregroundMark x1="91353" y1="34091" x2="82331" y2="27273"/>
                        <a14:foregroundMark x1="66315" y1="88819" x2="66877" y2="55408"/>
                        <a14:foregroundMark x1="71166" y1="37090" x2="71346" y2="36413"/>
                        <a14:foregroundMark x1="84213" y1="19194" x2="96992" y2="33333"/>
                        <a14:foregroundMark x1="96992" y1="33333" x2="98120" y2="75758"/>
                        <a14:foregroundMark x1="98120" y1="75758" x2="85121" y2="93221"/>
                        <a14:foregroundMark x1="86090" y1="14394" x2="86090" y2="14394"/>
                        <a14:foregroundMark x1="83459" y1="5303" x2="83459" y2="5303"/>
                        <a14:foregroundMark x1="89850" y1="7576" x2="89850" y2="7576"/>
                        <a14:foregroundMark x1="92105" y1="12121" x2="92105" y2="12121"/>
                        <a14:foregroundMark x1="65414" y1="50758" x2="69173" y2="50758"/>
                        <a14:foregroundMark x1="65789" y1="50758" x2="65789" y2="50758"/>
                        <a14:foregroundMark x1="66165" y1="50758" x2="66165" y2="50758"/>
                        <a14:foregroundMark x1="65789" y1="50758" x2="65789" y2="50758"/>
                        <a14:foregroundMark x1="65414" y1="50758" x2="65414" y2="50758"/>
                        <a14:foregroundMark x1="65414" y1="50758" x2="65414" y2="50758"/>
                        <a14:foregroundMark x1="63534" y1="51515" x2="66917" y2="51515"/>
                        <a14:foregroundMark x1="68566" y1="96212" x2="68797" y2="96212"/>
                        <a14:foregroundMark x1="62406" y1="93939" x2="69549" y2="94697"/>
                        <a14:foregroundMark x1="69173" y1="93182" x2="69173" y2="93182"/>
                        <a14:foregroundMark x1="69173" y1="93939" x2="69173" y2="93939"/>
                        <a14:backgroundMark x1="76692" y1="21970" x2="76692" y2="21970"/>
                        <a14:backgroundMark x1="75188" y1="21970" x2="75188" y2="21970"/>
                        <a14:backgroundMark x1="77068" y1="17424" x2="77068" y2="17424"/>
                        <a14:backgroundMark x1="78947" y1="98485" x2="78947" y2="98485"/>
                        <a14:backgroundMark x1="68063" y1="99242" x2="78947" y2="99242"/>
                        <a14:backgroundMark x1="74812" y1="24242" x2="77444" y2="9091"/>
                        <a14:backgroundMark x1="72180" y1="25758" x2="72932" y2="24242"/>
                        <a14:backgroundMark x1="72932" y1="25758" x2="78195" y2="24242"/>
                        <a14:backgroundMark x1="77820" y1="9091" x2="77820" y2="20455"/>
                        <a14:backgroundMark x1="68797" y1="37879" x2="69026" y2="40646"/>
                        <a14:backgroundMark x1="78195" y1="98485" x2="83459" y2="98485"/>
                        <a14:backgroundMark x1="69173" y1="97727" x2="69173" y2="97727"/>
                        <a14:backgroundMark x1="68045" y1="96970" x2="68045" y2="96970"/>
                        <a14:backgroundMark x1="68797" y1="97727" x2="68797" y2="9772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84564" y="5441617"/>
            <a:ext cx="25336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10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26C215-BFC9-809C-D8B1-2CA5B943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763" y="114300"/>
            <a:ext cx="10890929" cy="982980"/>
          </a:xfrm>
        </p:spPr>
        <p:txBody>
          <a:bodyPr/>
          <a:lstStyle/>
          <a:p>
            <a:r>
              <a:rPr lang="fr-CH" dirty="0"/>
              <a:t>Power BI – Modèle de données</a:t>
            </a:r>
            <a:endParaRPr lang="en-US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e résumé 4">
                <a:extLst>
                  <a:ext uri="{FF2B5EF4-FFF2-40B4-BE49-F238E27FC236}">
                    <a16:creationId xmlns:a16="http://schemas.microsoft.com/office/drawing/2014/main" id="{DB2A6642-5F70-2667-62A7-87DE094977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12539399"/>
                  </p:ext>
                </p:extLst>
              </p:nvPr>
            </p:nvGraphicFramePr>
            <p:xfrm>
              <a:off x="125413" y="1773555"/>
              <a:ext cx="12419411" cy="4065588"/>
            </p:xfrm>
            <a:graphic>
              <a:graphicData uri="http://schemas.microsoft.com/office/powerpoint/2016/summaryzoom">
                <psuz:summaryZm>
                  <psuz:summaryZmObj sectionId="{BD274C50-4C77-4F4F-B86B-6F8FA5FE1218}">
                    <psuz:zmPr id="{C37B676C-D14F-411E-8ADD-DE72F1D79031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16182" y="460963"/>
                          <a:ext cx="5588735" cy="31436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C1FF64E0-23D6-4567-A308-CD13E4E09936}">
                    <psuz:zmPr id="{CEA69C73-215B-4C90-9EBC-5AE9BED8F137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314495" y="460963"/>
                          <a:ext cx="5588735" cy="314366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e résumé 4">
                <a:extLst>
                  <a:ext uri="{FF2B5EF4-FFF2-40B4-BE49-F238E27FC236}">
                    <a16:creationId xmlns:a16="http://schemas.microsoft.com/office/drawing/2014/main" id="{DB2A6642-5F70-2667-62A7-87DE09497708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25413" y="1773555"/>
                <a:ext cx="12419411" cy="4065588"/>
                <a:chOff x="125413" y="1773555"/>
                <a:chExt cx="12419411" cy="4065588"/>
              </a:xfrm>
            </p:grpSpPr>
            <p:pic>
              <p:nvPicPr>
                <p:cNvPr id="3" name="Image 3">
                  <a:hlinkClick r:id="rId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41595" y="2234518"/>
                  <a:ext cx="5588735" cy="314366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Image 4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39908" y="2234518"/>
                  <a:ext cx="5588735" cy="3143663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sp>
        <p:nvSpPr>
          <p:cNvPr id="6" name="Titre 1">
            <a:extLst>
              <a:ext uri="{FF2B5EF4-FFF2-40B4-BE49-F238E27FC236}">
                <a16:creationId xmlns:a16="http://schemas.microsoft.com/office/drawing/2014/main" id="{4EFB7360-24BD-4B53-801C-955F3CDE2268}"/>
              </a:ext>
            </a:extLst>
          </p:cNvPr>
          <p:cNvSpPr txBox="1">
            <a:spLocks/>
          </p:cNvSpPr>
          <p:nvPr/>
        </p:nvSpPr>
        <p:spPr>
          <a:xfrm>
            <a:off x="1175658" y="5915024"/>
            <a:ext cx="10890929" cy="7258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3200" dirty="0"/>
              <a:t>Source :  https://github.com/artofnet-training/MPBI01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0898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2444D436-2879-0E57-0BC6-4C9621277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" b="528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3C9E2F8-CDA9-CFF7-E427-6F3CCBC3A909}"/>
              </a:ext>
            </a:extLst>
          </p:cNvPr>
          <p:cNvSpPr txBox="1">
            <a:spLocks/>
          </p:cNvSpPr>
          <p:nvPr/>
        </p:nvSpPr>
        <p:spPr>
          <a:xfrm>
            <a:off x="7506055" y="1423111"/>
            <a:ext cx="4308672" cy="3224045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fr-CH" sz="4500" dirty="0"/>
              <a:t>EXERCICE 1</a:t>
            </a:r>
            <a:br>
              <a:rPr lang="fr-CH" sz="4500" dirty="0"/>
            </a:br>
            <a:endParaRPr lang="fr-CH" sz="4500" dirty="0"/>
          </a:p>
          <a:p>
            <a:pPr>
              <a:lnSpc>
                <a:spcPct val="90000"/>
              </a:lnSpc>
            </a:pPr>
            <a:r>
              <a:rPr lang="fr-CH" sz="4500" dirty="0"/>
              <a:t>FICHIER PLAT</a:t>
            </a:r>
            <a:br>
              <a:rPr lang="fr-CH" sz="4500" dirty="0"/>
            </a:br>
            <a:endParaRPr lang="fr-CH" sz="4500" dirty="0"/>
          </a:p>
        </p:txBody>
      </p:sp>
    </p:spTree>
    <p:extLst>
      <p:ext uri="{BB962C8B-B14F-4D97-AF65-F5344CB8AC3E}">
        <p14:creationId xmlns:p14="http://schemas.microsoft.com/office/powerpoint/2010/main" val="1776342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778A94-1408-ACB3-6AD2-E62C4575F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1347597"/>
          </a:xfrm>
        </p:spPr>
        <p:txBody>
          <a:bodyPr>
            <a:normAutofit fontScale="90000"/>
          </a:bodyPr>
          <a:lstStyle/>
          <a:p>
            <a:pPr algn="r"/>
            <a:r>
              <a:rPr lang="fr-CH" sz="5300" dirty="0"/>
              <a:t>Exercice 1 </a:t>
            </a:r>
            <a:r>
              <a:rPr lang="fr-CH" sz="6000" dirty="0"/>
              <a:t>: </a:t>
            </a:r>
            <a:r>
              <a:rPr lang="fr-CH" sz="3600" dirty="0"/>
              <a:t>Modèle de données à partir d’un fichier plat</a:t>
            </a:r>
            <a:br>
              <a:rPr lang="fr-CH" sz="6000" dirty="0"/>
            </a:br>
            <a:r>
              <a:rPr lang="fr-CH" sz="2800" i="1" dirty="0"/>
              <a:t>Source: Fichier_Plat_67K_Lignes</a:t>
            </a:r>
            <a:endParaRPr lang="fr-CH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B13AEC4-7186-0876-CFA8-A7F7A507FEA3}"/>
              </a:ext>
            </a:extLst>
          </p:cNvPr>
          <p:cNvSpPr txBox="1"/>
          <p:nvPr/>
        </p:nvSpPr>
        <p:spPr>
          <a:xfrm>
            <a:off x="640079" y="1806403"/>
            <a:ext cx="55111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b="1" dirty="0"/>
              <a:t>OBJECTIF</a:t>
            </a:r>
            <a:r>
              <a:rPr lang="fr-CH" dirty="0"/>
              <a:t>: </a:t>
            </a:r>
          </a:p>
          <a:p>
            <a:r>
              <a:rPr lang="fr-CH" dirty="0"/>
              <a:t>Créer un modèle de données en étoile dans Power BI depuis un fichier Excel plat de 67K lignes de ventes.</a:t>
            </a:r>
          </a:p>
          <a:p>
            <a:endParaRPr lang="fr-CH" dirty="0"/>
          </a:p>
          <a:p>
            <a:r>
              <a:rPr lang="fr-CH" b="1" dirty="0"/>
              <a:t>CONTRAINTE</a:t>
            </a:r>
            <a:r>
              <a:rPr lang="fr-CH" dirty="0"/>
              <a:t>: </a:t>
            </a:r>
          </a:p>
          <a:p>
            <a:r>
              <a:rPr lang="fr-CH" dirty="0"/>
              <a:t>Créer les tables de dimension ainsi qu’un calendrier.</a:t>
            </a:r>
          </a:p>
          <a:p>
            <a:endParaRPr lang="fr-CH" dirty="0"/>
          </a:p>
          <a:p>
            <a:r>
              <a:rPr lang="fr-CH" b="1" dirty="0"/>
              <a:t>PROCESSUS</a:t>
            </a:r>
            <a:r>
              <a:rPr lang="fr-CH" dirty="0"/>
              <a:t>: </a:t>
            </a:r>
          </a:p>
          <a:p>
            <a:r>
              <a:rPr lang="fr-CH" dirty="0"/>
              <a:t>Extraire les données dans Power </a:t>
            </a:r>
            <a:r>
              <a:rPr lang="fr-CH" dirty="0" err="1"/>
              <a:t>Query</a:t>
            </a:r>
            <a:r>
              <a:rPr lang="fr-CH" dirty="0"/>
              <a:t>. Pour chaque table de dimension souhaitée, dupliquer la requête et choisir les colonnes pertinentes.</a:t>
            </a:r>
          </a:p>
          <a:p>
            <a:endParaRPr lang="fr-CH" dirty="0"/>
          </a:p>
          <a:p>
            <a:r>
              <a:rPr lang="fr-CH" dirty="0"/>
              <a:t>Créer une table Calendrier</a:t>
            </a:r>
          </a:p>
          <a:p>
            <a:endParaRPr lang="fr-CH" dirty="0"/>
          </a:p>
          <a:p>
            <a:r>
              <a:rPr lang="fr-CH" dirty="0"/>
              <a:t>Créer la table de faits en réduisant les colonnes de la requête initiale.</a:t>
            </a:r>
          </a:p>
          <a:p>
            <a:endParaRPr lang="fr-CH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1919D65-E6DB-2249-025C-36895D49F307}"/>
              </a:ext>
            </a:extLst>
          </p:cNvPr>
          <p:cNvSpPr/>
          <p:nvPr/>
        </p:nvSpPr>
        <p:spPr>
          <a:xfrm>
            <a:off x="6737939" y="1913397"/>
            <a:ext cx="1062681" cy="1128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0EA4BA9-135C-8C1D-7776-07FBA52A7D2C}"/>
              </a:ext>
            </a:extLst>
          </p:cNvPr>
          <p:cNvSpPr/>
          <p:nvPr/>
        </p:nvSpPr>
        <p:spPr>
          <a:xfrm>
            <a:off x="8873072" y="1913397"/>
            <a:ext cx="1062681" cy="11282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3CC3E26-34C9-113E-53F0-4400C5387551}"/>
              </a:ext>
            </a:extLst>
          </p:cNvPr>
          <p:cNvSpPr/>
          <p:nvPr/>
        </p:nvSpPr>
        <p:spPr>
          <a:xfrm>
            <a:off x="7777998" y="3429000"/>
            <a:ext cx="3772929" cy="250742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F563AF8B-20E0-44D1-3C98-85977F175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674" y="2170487"/>
            <a:ext cx="571766" cy="650790"/>
          </a:xfrm>
          <a:prstGeom prst="rect">
            <a:avLst/>
          </a:prstGeom>
        </p:spPr>
      </p:pic>
      <p:graphicFrame>
        <p:nvGraphicFramePr>
          <p:cNvPr id="21" name="Diagramme 20">
            <a:extLst>
              <a:ext uri="{FF2B5EF4-FFF2-40B4-BE49-F238E27FC236}">
                <a16:creationId xmlns:a16="http://schemas.microsoft.com/office/drawing/2014/main" id="{88CE73D4-198B-8731-87DF-C4824AB38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6338191"/>
              </p:ext>
            </p:extLst>
          </p:nvPr>
        </p:nvGraphicFramePr>
        <p:xfrm>
          <a:off x="7416205" y="3536986"/>
          <a:ext cx="3976417" cy="2232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22" name="Image 21">
            <a:extLst>
              <a:ext uri="{FF2B5EF4-FFF2-40B4-BE49-F238E27FC236}">
                <a16:creationId xmlns:a16="http://schemas.microsoft.com/office/drawing/2014/main" id="{4450DC70-A6C6-D256-9131-48252C6FF7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2363" y="4907368"/>
            <a:ext cx="840259" cy="840259"/>
          </a:xfrm>
          <a:prstGeom prst="rect">
            <a:avLst/>
          </a:prstGeom>
        </p:spPr>
      </p:pic>
      <p:sp>
        <p:nvSpPr>
          <p:cNvPr id="23" name="Flèche : bas 22">
            <a:extLst>
              <a:ext uri="{FF2B5EF4-FFF2-40B4-BE49-F238E27FC236}">
                <a16:creationId xmlns:a16="http://schemas.microsoft.com/office/drawing/2014/main" id="{756305B9-0DB9-0123-7F3F-1D49C07DE86E}"/>
              </a:ext>
            </a:extLst>
          </p:cNvPr>
          <p:cNvSpPr/>
          <p:nvPr/>
        </p:nvSpPr>
        <p:spPr>
          <a:xfrm>
            <a:off x="9374658" y="2924432"/>
            <a:ext cx="181233" cy="577315"/>
          </a:xfrm>
          <a:prstGeom prst="downArrow">
            <a:avLst>
              <a:gd name="adj1" fmla="val 71428"/>
              <a:gd name="adj2" fmla="val 50000"/>
            </a:avLst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B7D31B87-1570-0B21-D6F9-EEE7EC2A8E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08585" y="2218852"/>
            <a:ext cx="591654" cy="517310"/>
          </a:xfrm>
          <a:prstGeom prst="rect">
            <a:avLst/>
          </a:prstGeom>
        </p:spPr>
      </p:pic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BA6D2490-2379-4CED-4445-5277D87855F5}"/>
              </a:ext>
            </a:extLst>
          </p:cNvPr>
          <p:cNvSpPr/>
          <p:nvPr/>
        </p:nvSpPr>
        <p:spPr>
          <a:xfrm>
            <a:off x="7649142" y="2430162"/>
            <a:ext cx="1321863" cy="306000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81049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26C63-51A6-F987-8A7F-F0E38CF5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142F5C-94EA-9A75-496F-70EAE03E5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8304"/>
            <a:ext cx="10890929" cy="1097280"/>
          </a:xfrm>
        </p:spPr>
        <p:txBody>
          <a:bodyPr/>
          <a:lstStyle/>
          <a:p>
            <a:r>
              <a:rPr lang="fr-CH" dirty="0"/>
              <a:t>Connexion au fichier plat via un paramètre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CF73F41-2D6F-CB78-E0D9-C955469C6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" y="1315584"/>
            <a:ext cx="4601217" cy="1857634"/>
          </a:xfrm>
          <a:prstGeom prst="rect">
            <a:avLst/>
          </a:prstGeom>
        </p:spPr>
      </p:pic>
      <p:pic>
        <p:nvPicPr>
          <p:cNvPr id="11" name="Espace réservé du contenu 10" descr="Une image contenant texte, capture d’écran, affichage, logiciel">
            <a:extLst>
              <a:ext uri="{FF2B5EF4-FFF2-40B4-BE49-F238E27FC236}">
                <a16:creationId xmlns:a16="http://schemas.microsoft.com/office/drawing/2014/main" id="{9E025331-6D63-5094-037C-4CB0AE17F1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5543" y="1315584"/>
            <a:ext cx="4953932" cy="5365390"/>
          </a:xfr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9554005-88E5-00AC-6A0B-95CFCAFC99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6235" y="1766655"/>
            <a:ext cx="5963482" cy="332468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AAF18A5-A8C8-B3B4-AC7D-3559597A5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0109" y="2536621"/>
            <a:ext cx="7887801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1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80118D-8D08-C41F-B8C0-0C961698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463" y="341872"/>
            <a:ext cx="10890929" cy="1097280"/>
          </a:xfrm>
        </p:spPr>
        <p:txBody>
          <a:bodyPr/>
          <a:lstStyle/>
          <a:p>
            <a:r>
              <a:rPr lang="fr-CH" dirty="0"/>
              <a:t>Table de dimension </a:t>
            </a:r>
            <a:r>
              <a:rPr lang="fr-CH" dirty="0" err="1"/>
              <a:t>dimProducts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D1F5BB-4D36-5502-20E7-0F4ADCF3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64" y="1439152"/>
            <a:ext cx="7836655" cy="3566160"/>
          </a:xfrm>
        </p:spPr>
        <p:txBody>
          <a:bodyPr/>
          <a:lstStyle/>
          <a:p>
            <a:r>
              <a:rPr lang="fr-CH" dirty="0"/>
              <a:t>Dupliquer la requête originale et modifier son nom en </a:t>
            </a:r>
            <a:r>
              <a:rPr lang="fr-CH" dirty="0" err="1"/>
              <a:t>dimProducts</a:t>
            </a:r>
            <a:endParaRPr lang="fr-CH" dirty="0"/>
          </a:p>
          <a:p>
            <a:r>
              <a:rPr lang="fr-CH" dirty="0"/>
              <a:t>Sélectionner les colonnes [</a:t>
            </a:r>
            <a:r>
              <a:rPr lang="fr-CH" dirty="0" err="1"/>
              <a:t>ProductID</a:t>
            </a:r>
            <a:r>
              <a:rPr lang="fr-CH" dirty="0"/>
              <a:t>], [Product] et [</a:t>
            </a:r>
            <a:r>
              <a:rPr lang="fr-CH" dirty="0" err="1"/>
              <a:t>Category</a:t>
            </a:r>
            <a:r>
              <a:rPr lang="fr-CH" dirty="0"/>
              <a:t>]</a:t>
            </a:r>
          </a:p>
          <a:p>
            <a:r>
              <a:rPr lang="fr-CH" dirty="0"/>
              <a:t>Supprimer les doublons</a:t>
            </a:r>
          </a:p>
          <a:p>
            <a:r>
              <a:rPr lang="fr-CH" dirty="0"/>
              <a:t>Vérifier le typage des colonnes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5DBEAD6-6C49-80A4-8D36-7D9CFBDF4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617" y="2923344"/>
            <a:ext cx="7659169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875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BAAF4-3862-9292-2E89-9EBBE5098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E5AAC5-0CC7-C64D-2802-BB00A2488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463" y="341872"/>
            <a:ext cx="10890929" cy="1097280"/>
          </a:xfrm>
        </p:spPr>
        <p:txBody>
          <a:bodyPr/>
          <a:lstStyle/>
          <a:p>
            <a:r>
              <a:rPr lang="fr-CH" dirty="0"/>
              <a:t>Table de dimension </a:t>
            </a:r>
            <a:r>
              <a:rPr lang="fr-CH" dirty="0" err="1"/>
              <a:t>dimCustomers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F051A7-F708-5399-FD75-439AF5EA6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64" y="1424775"/>
            <a:ext cx="9556381" cy="52339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H" dirty="0"/>
              <a:t>Dupliquer la requête originale et modifier son nom en </a:t>
            </a:r>
            <a:r>
              <a:rPr lang="fr-CH" dirty="0" err="1"/>
              <a:t>dimCustomers</a:t>
            </a:r>
            <a:endParaRPr lang="fr-CH" dirty="0"/>
          </a:p>
          <a:p>
            <a:r>
              <a:rPr lang="fr-CH" dirty="0"/>
              <a:t>Sélectionner les colonnes [</a:t>
            </a:r>
            <a:r>
              <a:rPr lang="fr-CH" dirty="0" err="1"/>
              <a:t>CustomerID</a:t>
            </a:r>
            <a:r>
              <a:rPr lang="fr-CH" dirty="0"/>
              <a:t>], [</a:t>
            </a:r>
            <a:r>
              <a:rPr lang="fr-CH" dirty="0" err="1"/>
              <a:t>ZipCode</a:t>
            </a:r>
            <a:r>
              <a:rPr lang="fr-CH" dirty="0"/>
              <a:t>] et [Email Name]</a:t>
            </a:r>
          </a:p>
          <a:p>
            <a:r>
              <a:rPr lang="fr-CH" dirty="0"/>
              <a:t>Fractionner la colonne [Email Name] par le délimiteur ‘: ‘.</a:t>
            </a:r>
          </a:p>
          <a:p>
            <a:r>
              <a:rPr lang="fr-CH" dirty="0"/>
              <a:t>Fractionner de nouveau la 2</a:t>
            </a:r>
            <a:r>
              <a:rPr lang="fr-CH" baseline="30000" dirty="0"/>
              <a:t>e</a:t>
            </a:r>
            <a:r>
              <a:rPr lang="fr-CH" dirty="0"/>
              <a:t> nouvelle colonne par le délimiteur ‘, ’ afin de séparer le nom et le prénom.</a:t>
            </a:r>
          </a:p>
          <a:p>
            <a:r>
              <a:rPr lang="fr-CH" dirty="0"/>
              <a:t>Renommer les colonnes et remplacer les parenthèses ouvrantes et fermantes dans la colonne [Email]</a:t>
            </a:r>
          </a:p>
          <a:p>
            <a:r>
              <a:rPr lang="fr-CH" dirty="0"/>
              <a:t>Supprimer les doublons</a:t>
            </a:r>
          </a:p>
          <a:p>
            <a:r>
              <a:rPr lang="fr-CH" dirty="0"/>
              <a:t>Vérifier le typage des colonnes</a:t>
            </a:r>
          </a:p>
        </p:txBody>
      </p:sp>
    </p:spTree>
    <p:extLst>
      <p:ext uri="{BB962C8B-B14F-4D97-AF65-F5344CB8AC3E}">
        <p14:creationId xmlns:p14="http://schemas.microsoft.com/office/powerpoint/2010/main" val="353760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4627-095E-B8B2-3A05-FC1DF0548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5225C0-8AA0-3ADB-C6B6-868FB3947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463" y="341872"/>
            <a:ext cx="10890929" cy="1097280"/>
          </a:xfrm>
        </p:spPr>
        <p:txBody>
          <a:bodyPr/>
          <a:lstStyle/>
          <a:p>
            <a:r>
              <a:rPr lang="fr-CH" dirty="0"/>
              <a:t>Table de dimension </a:t>
            </a:r>
            <a:r>
              <a:rPr lang="fr-CH" dirty="0" err="1"/>
              <a:t>dimGeo</a:t>
            </a:r>
            <a:r>
              <a:rPr lang="fr-CH" dirty="0"/>
              <a:t> 1/2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15D73B-F3E6-2D34-EA56-0869A9C46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63" y="1439151"/>
            <a:ext cx="9061261" cy="43806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H" dirty="0"/>
              <a:t>Dupliquer la requête originale et modifier son nom en </a:t>
            </a:r>
            <a:r>
              <a:rPr lang="fr-CH" dirty="0" err="1"/>
              <a:t>dimGeo</a:t>
            </a:r>
            <a:endParaRPr lang="fr-CH" dirty="0"/>
          </a:p>
          <a:p>
            <a:r>
              <a:rPr lang="fr-CH" dirty="0"/>
              <a:t>Sélectionner les colonnes [</a:t>
            </a:r>
            <a:r>
              <a:rPr lang="fr-CH" dirty="0" err="1"/>
              <a:t>ZipCode</a:t>
            </a:r>
            <a:r>
              <a:rPr lang="fr-CH" dirty="0"/>
              <a:t>],[City],[State],[</a:t>
            </a:r>
            <a:r>
              <a:rPr lang="fr-CH" dirty="0" err="1"/>
              <a:t>Region</a:t>
            </a:r>
            <a:r>
              <a:rPr lang="fr-CH" dirty="0"/>
              <a:t>], [District] et [Country]</a:t>
            </a:r>
          </a:p>
          <a:p>
            <a:r>
              <a:rPr lang="fr-CH" dirty="0"/>
              <a:t>Fractionner la colonne [City] pour chaque occurrence du délimiteur ‘,‘.</a:t>
            </a:r>
          </a:p>
          <a:p>
            <a:r>
              <a:rPr lang="fr-CH" dirty="0"/>
              <a:t>Effacer les 2 nouvelles colonnes redondantes issues du fractionnement.</a:t>
            </a:r>
          </a:p>
          <a:p>
            <a:r>
              <a:rPr lang="fr-CH" dirty="0"/>
              <a:t>Supprimer les doublons</a:t>
            </a:r>
          </a:p>
          <a:p>
            <a:r>
              <a:rPr lang="fr-CH" dirty="0"/>
              <a:t>Créer une colonne d’index (à partir de 1) et placer en 1</a:t>
            </a:r>
            <a:r>
              <a:rPr lang="fr-CH" baseline="30000" dirty="0"/>
              <a:t>ère</a:t>
            </a:r>
            <a:r>
              <a:rPr lang="fr-CH" dirty="0"/>
              <a:t> position.</a:t>
            </a:r>
          </a:p>
          <a:p>
            <a:r>
              <a:rPr lang="fr-CH" dirty="0"/>
              <a:t>Vérifier le typage des colonnes</a:t>
            </a:r>
          </a:p>
        </p:txBody>
      </p:sp>
    </p:spTree>
    <p:extLst>
      <p:ext uri="{BB962C8B-B14F-4D97-AF65-F5344CB8AC3E}">
        <p14:creationId xmlns:p14="http://schemas.microsoft.com/office/powerpoint/2010/main" val="187230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92A66-39A4-38F9-002E-DC1342F9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2EF82B-63D8-D82E-0113-18F493F91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463" y="341872"/>
            <a:ext cx="10890929" cy="1097280"/>
          </a:xfrm>
        </p:spPr>
        <p:txBody>
          <a:bodyPr/>
          <a:lstStyle/>
          <a:p>
            <a:r>
              <a:rPr lang="fr-CH" dirty="0"/>
              <a:t>Table de dimension </a:t>
            </a:r>
            <a:r>
              <a:rPr lang="fr-CH" dirty="0" err="1"/>
              <a:t>dimGeo</a:t>
            </a:r>
            <a:r>
              <a:rPr lang="fr-CH" dirty="0"/>
              <a:t> 2/2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F6CC9C-8ED2-39DD-47C4-44B53503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463" y="1439151"/>
            <a:ext cx="10728137" cy="43806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H" dirty="0"/>
              <a:t>Fusionner (Fusionner des requêtes) les tables </a:t>
            </a:r>
            <a:r>
              <a:rPr lang="fr-CH" dirty="0" err="1"/>
              <a:t>dimGeo</a:t>
            </a:r>
            <a:r>
              <a:rPr lang="fr-CH" dirty="0"/>
              <a:t> et </a:t>
            </a:r>
            <a:r>
              <a:rPr lang="fr-CH" dirty="0" err="1"/>
              <a:t>dimCustomers</a:t>
            </a:r>
            <a:r>
              <a:rPr lang="fr-CH" dirty="0"/>
              <a:t> pour ajouter l’index de </a:t>
            </a:r>
            <a:r>
              <a:rPr lang="fr-CH" dirty="0" err="1"/>
              <a:t>dimGeo</a:t>
            </a:r>
            <a:r>
              <a:rPr lang="fr-CH" dirty="0"/>
              <a:t> aux lignes correspondantes dans la table </a:t>
            </a:r>
            <a:r>
              <a:rPr lang="fr-CH" dirty="0" err="1"/>
              <a:t>dimCustomers</a:t>
            </a:r>
            <a:r>
              <a:rPr lang="fr-CH" dirty="0"/>
              <a:t>.</a:t>
            </a:r>
          </a:p>
          <a:p>
            <a:r>
              <a:rPr lang="fr-CH" dirty="0"/>
              <a:t>Sélectionner d’abord </a:t>
            </a:r>
            <a:r>
              <a:rPr lang="fr-CH" dirty="0" err="1"/>
              <a:t>dimCustomers</a:t>
            </a:r>
            <a:r>
              <a:rPr lang="fr-CH" dirty="0"/>
              <a:t> puis cliquer sur Accueil&gt; Fusionner des requêtes et sélectionner la colonne [</a:t>
            </a:r>
            <a:r>
              <a:rPr lang="fr-CH" dirty="0" err="1"/>
              <a:t>ZipCode</a:t>
            </a:r>
            <a:r>
              <a:rPr lang="fr-CH" dirty="0"/>
              <a:t>] comme champ de liaison.</a:t>
            </a:r>
          </a:p>
          <a:p>
            <a:r>
              <a:rPr lang="fr-CH" dirty="0"/>
              <a:t>Une fois la fusion effectuée, développer la colonne avec les tables fusionnées pour ne garder que la colonne [index].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171860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9C3357-3E1B-4082-35B5-2139ABD4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66701"/>
            <a:ext cx="10890929" cy="1097280"/>
          </a:xfrm>
        </p:spPr>
        <p:txBody>
          <a:bodyPr/>
          <a:lstStyle/>
          <a:p>
            <a:r>
              <a:rPr lang="fr-CH" dirty="0"/>
              <a:t>Table Calendrier M 1/2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B359F-1EF7-CBE0-7CC2-E6A7100E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63982"/>
            <a:ext cx="10890928" cy="98869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CH" dirty="0"/>
              <a:t>Utiliser le code M fourni dans une requête vide pour créer une fonction qui générera le calendrier. </a:t>
            </a:r>
            <a:r>
              <a:rPr lang="fr-CH"/>
              <a:t>Cliquer sur Accueil &gt; Nouvelle source &gt; Requête vide</a:t>
            </a:r>
            <a:r>
              <a:rPr lang="fr-CH" dirty="0"/>
              <a:t> puis copier le code M dans la barre de formule.</a:t>
            </a:r>
            <a:br>
              <a:rPr lang="fr-CH" dirty="0"/>
            </a:br>
            <a:r>
              <a:rPr lang="fr-CH" dirty="0"/>
              <a:t>Renommer en ‘Créer Calendrier’ p.ex.</a:t>
            </a:r>
            <a:endParaRPr lang="fr-FR"/>
          </a:p>
          <a:p>
            <a:endParaRPr lang="fr-CH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EA93C7D-70F0-A79D-6075-D3B192E0A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18" y="2493062"/>
            <a:ext cx="9231013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558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D748A0-CAF9-ECF2-2ECC-BB1E55E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5513"/>
            <a:ext cx="10890929" cy="1097280"/>
          </a:xfrm>
        </p:spPr>
        <p:txBody>
          <a:bodyPr/>
          <a:lstStyle/>
          <a:p>
            <a:r>
              <a:rPr lang="fr-CH" dirty="0"/>
              <a:t>Table Calendrier M 2/2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B3FF574-1248-A7A0-1A1B-586133905B37}"/>
              </a:ext>
            </a:extLst>
          </p:cNvPr>
          <p:cNvSpPr txBox="1"/>
          <p:nvPr/>
        </p:nvSpPr>
        <p:spPr>
          <a:xfrm>
            <a:off x="660992" y="1182351"/>
            <a:ext cx="10054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CH" dirty="0"/>
              <a:t>Une fois créée, invoquer cette fonction avec les bonnes dates de début et de fin.</a:t>
            </a:r>
          </a:p>
          <a:p>
            <a:r>
              <a:rPr lang="fr-CH" dirty="0"/>
              <a:t>Une nouvelle table est créée, renommer </a:t>
            </a:r>
            <a:r>
              <a:rPr lang="fr-CH" dirty="0" err="1"/>
              <a:t>DimCalendrier</a:t>
            </a:r>
            <a:r>
              <a:rPr lang="fr-CH" dirty="0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1CE0682-961E-E36C-AB92-65F81E3DF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06" y="2175021"/>
            <a:ext cx="6287377" cy="378195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02D896C0-D2DB-3485-C065-F9B5998E8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82" y="2398889"/>
            <a:ext cx="11526859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0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75DCB-726E-51B5-BD23-3B888AF8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5F831-31D6-7DEC-E8E9-17817D63D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9" y="216740"/>
            <a:ext cx="1089092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Importer dans Power BI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85CE11B6-7C15-B2E3-6E9C-0D299DC38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22C8EFD-64F8-85E6-FD34-28A8BA39E4DB}"/>
              </a:ext>
            </a:extLst>
          </p:cNvPr>
          <p:cNvSpPr txBox="1"/>
          <p:nvPr/>
        </p:nvSpPr>
        <p:spPr>
          <a:xfrm>
            <a:off x="6818823" y="1686653"/>
            <a:ext cx="4659945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/>
              <a:t>Une </a:t>
            </a:r>
            <a:r>
              <a:rPr lang="en-US" dirty="0" err="1"/>
              <a:t>fois</a:t>
            </a:r>
            <a:r>
              <a:rPr lang="en-US" dirty="0"/>
              <a:t> les tables </a:t>
            </a:r>
            <a:r>
              <a:rPr lang="en-US" dirty="0" err="1"/>
              <a:t>créées</a:t>
            </a:r>
            <a:r>
              <a:rPr lang="en-US" dirty="0"/>
              <a:t>, </a:t>
            </a:r>
            <a:r>
              <a:rPr lang="en-US" dirty="0" err="1"/>
              <a:t>organisées</a:t>
            </a:r>
            <a:r>
              <a:rPr lang="en-US" dirty="0"/>
              <a:t> et </a:t>
            </a:r>
            <a:r>
              <a:rPr lang="en-US" dirty="0" err="1"/>
              <a:t>nettoyées</a:t>
            </a:r>
            <a:r>
              <a:rPr lang="en-US" dirty="0"/>
              <a:t>, </a:t>
            </a:r>
            <a:r>
              <a:rPr lang="en-US" dirty="0" err="1"/>
              <a:t>cliquer</a:t>
            </a:r>
            <a:r>
              <a:rPr lang="en-US" dirty="0"/>
              <a:t> sur </a:t>
            </a:r>
            <a:r>
              <a:rPr lang="en-US" dirty="0" err="1"/>
              <a:t>Accueil</a:t>
            </a:r>
            <a:r>
              <a:rPr lang="en-US" dirty="0"/>
              <a:t> &gt; Fermer &amp; Appliquer pour importer </a:t>
            </a:r>
            <a:r>
              <a:rPr lang="en-US" dirty="0" err="1"/>
              <a:t>toutes</a:t>
            </a:r>
            <a:r>
              <a:rPr lang="en-US" dirty="0"/>
              <a:t> les </a:t>
            </a:r>
            <a:r>
              <a:rPr lang="en-US" dirty="0" err="1"/>
              <a:t>lignes</a:t>
            </a:r>
            <a:r>
              <a:rPr lang="en-US" dirty="0"/>
              <a:t> dans Power BI.</a:t>
            </a:r>
          </a:p>
          <a:p>
            <a:pPr marL="0" indent="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dirty="0" err="1"/>
              <a:t>Vérifier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de données (Vue de </a:t>
            </a:r>
            <a:r>
              <a:rPr lang="en-US" dirty="0" err="1"/>
              <a:t>modèle</a:t>
            </a:r>
            <a:r>
              <a:rPr lang="en-US" dirty="0"/>
              <a:t>) et les relations </a:t>
            </a:r>
            <a:r>
              <a:rPr lang="en-US" dirty="0" err="1"/>
              <a:t>automatiques</a:t>
            </a:r>
            <a:r>
              <a:rPr lang="en-US" dirty="0"/>
              <a:t> </a:t>
            </a:r>
            <a:r>
              <a:rPr lang="en-US" dirty="0" err="1"/>
              <a:t>engendrées</a:t>
            </a:r>
            <a:r>
              <a:rPr lang="en-US" dirty="0"/>
              <a:t>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C6AF59B-976B-8EC2-172D-0BB36F5FD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92" y="1496709"/>
            <a:ext cx="6022321" cy="414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76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636F8-A2A7-672B-8E54-1057AD7C4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247F13-99DA-1334-6012-DB9079E96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8154"/>
            <a:ext cx="1089092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Importer dans Power BI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DEFB696-C6D1-7C9B-7A97-9CB265AA9232}"/>
              </a:ext>
            </a:extLst>
          </p:cNvPr>
          <p:cNvSpPr txBox="1"/>
          <p:nvPr/>
        </p:nvSpPr>
        <p:spPr>
          <a:xfrm>
            <a:off x="6818823" y="1686653"/>
            <a:ext cx="4659945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dirty="0"/>
              <a:t>Marquer le </a:t>
            </a:r>
            <a:r>
              <a:rPr lang="en-US" err="1"/>
              <a:t>calendrier</a:t>
            </a:r>
            <a:r>
              <a:rPr lang="en-US" dirty="0"/>
              <a:t> </a:t>
            </a:r>
            <a:r>
              <a:rPr lang="en-US" err="1"/>
              <a:t>comme</a:t>
            </a:r>
            <a:r>
              <a:rPr lang="en-US" dirty="0"/>
              <a:t> table de dates (</a:t>
            </a:r>
            <a:r>
              <a:rPr lang="en-US" err="1"/>
              <a:t>clic</a:t>
            </a:r>
            <a:r>
              <a:rPr lang="en-US" dirty="0"/>
              <a:t> droit sur la table &gt; Marquer </a:t>
            </a:r>
            <a:r>
              <a:rPr lang="en-US" err="1"/>
              <a:t>comme</a:t>
            </a:r>
            <a:r>
              <a:rPr lang="en-US" dirty="0"/>
              <a:t> table de dates) et </a:t>
            </a:r>
            <a:r>
              <a:rPr lang="en-US" err="1"/>
              <a:t>créer</a:t>
            </a:r>
            <a:r>
              <a:rPr lang="en-US" dirty="0"/>
              <a:t> la relation avec Ventes.</a:t>
            </a:r>
            <a:endParaRPr lang="fr-FR"/>
          </a:p>
          <a:p>
            <a:pPr marL="0" indent="0">
              <a:lnSpc>
                <a:spcPct val="120000"/>
              </a:lnSpc>
              <a:spcAft>
                <a:spcPts val="600"/>
              </a:spcAft>
              <a:buSzPct val="87000"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  <a:buSzPct val="87000"/>
            </a:pPr>
            <a:r>
              <a:rPr lang="en-US" err="1"/>
              <a:t>Vérifier</a:t>
            </a:r>
            <a:r>
              <a:rPr lang="en-US" dirty="0"/>
              <a:t> le </a:t>
            </a:r>
            <a:r>
              <a:rPr lang="en-US" err="1"/>
              <a:t>Modèle</a:t>
            </a:r>
            <a:r>
              <a:rPr lang="en-US" dirty="0"/>
              <a:t> de données Vue de </a:t>
            </a:r>
            <a:r>
              <a:rPr lang="en-US" err="1"/>
              <a:t>modèle</a:t>
            </a:r>
            <a:r>
              <a:rPr lang="en-US" dirty="0"/>
              <a:t>) et les relations </a:t>
            </a:r>
            <a:r>
              <a:rPr lang="en-US" err="1"/>
              <a:t>automatiques</a:t>
            </a:r>
            <a:r>
              <a:rPr lang="en-US" dirty="0"/>
              <a:t> </a:t>
            </a:r>
            <a:r>
              <a:rPr lang="en-US" err="1"/>
              <a:t>engendrées</a:t>
            </a:r>
            <a:r>
              <a:rPr lang="en-US" dirty="0"/>
              <a:t>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29F5A8-FB8F-F16B-B69D-F2CDE32C1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06" y="1568503"/>
            <a:ext cx="6313627" cy="399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5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E18DCC-006F-5DC0-D76D-60C468A1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/>
          <a:lstStyle/>
          <a:p>
            <a:r>
              <a:rPr lang="fr-CH" dirty="0"/>
              <a:t>Ajouter un visuel table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F90BF6-B88C-6A59-6E5B-8DC9DBD44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23975"/>
            <a:ext cx="6048396" cy="4875657"/>
          </a:xfrm>
        </p:spPr>
        <p:txBody>
          <a:bodyPr/>
          <a:lstStyle/>
          <a:p>
            <a:r>
              <a:rPr lang="fr-CH" dirty="0"/>
              <a:t>Insérer un visuel table qui présente la somme de la colonne [Unit </a:t>
            </a:r>
            <a:r>
              <a:rPr lang="fr-CH" dirty="0" err="1"/>
              <a:t>price</a:t>
            </a:r>
            <a:r>
              <a:rPr lang="fr-CH" dirty="0"/>
              <a:t>] par année, catégorie et segment.</a:t>
            </a:r>
          </a:p>
          <a:p>
            <a:r>
              <a:rPr lang="fr-CH" dirty="0"/>
              <a:t>Créer une mesure DAX pour calculer la somme des ventes:</a:t>
            </a:r>
          </a:p>
          <a:p>
            <a:pPr marL="0" indent="0">
              <a:buNone/>
            </a:pPr>
            <a:r>
              <a:rPr lang="fr-CH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Somme des ventes = 		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fr-CH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Ventes[Unit Price]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Ventes[</a:t>
            </a:r>
            <a:r>
              <a:rPr lang="fr-CH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CH" dirty="0"/>
              <a:t>Ajouter au visuel table et comparer les résultats.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041471-7769-B410-806B-12A2D601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340" y="775263"/>
            <a:ext cx="5039428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5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8861A-BD59-14C5-9B1A-53792275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Ajouter une 2</a:t>
            </a:r>
            <a:r>
              <a:rPr lang="fr-CH" baseline="30000" dirty="0"/>
              <a:t>e</a:t>
            </a:r>
            <a:r>
              <a:rPr lang="fr-CH" dirty="0"/>
              <a:t> table de faits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4FFBE-1375-7F97-BC80-DB0BFBB67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314072"/>
            <a:ext cx="10890928" cy="5305820"/>
          </a:xfrm>
        </p:spPr>
        <p:txBody>
          <a:bodyPr>
            <a:normAutofit/>
          </a:bodyPr>
          <a:lstStyle/>
          <a:p>
            <a:r>
              <a:rPr lang="fr-CH" dirty="0"/>
              <a:t>Extraire les données du fichier CSV FactBudget.csv</a:t>
            </a:r>
          </a:p>
          <a:p>
            <a:r>
              <a:rPr lang="fr-CH" dirty="0"/>
              <a:t>Comment lier la 2</a:t>
            </a:r>
            <a:r>
              <a:rPr lang="fr-CH" baseline="30000" dirty="0"/>
              <a:t>e</a:t>
            </a:r>
            <a:r>
              <a:rPr lang="fr-CH" dirty="0"/>
              <a:t> table au modèle de données existant. Telle quelle on aurait une relation </a:t>
            </a:r>
            <a:r>
              <a:rPr lang="fr-CH" dirty="0" err="1"/>
              <a:t>many</a:t>
            </a:r>
            <a:r>
              <a:rPr lang="fr-CH" dirty="0"/>
              <a:t>-to-</a:t>
            </a:r>
            <a:r>
              <a:rPr lang="fr-CH" dirty="0" err="1"/>
              <a:t>many</a:t>
            </a:r>
            <a:r>
              <a:rPr lang="fr-CH" dirty="0"/>
              <a:t>. </a:t>
            </a:r>
          </a:p>
          <a:p>
            <a:r>
              <a:rPr lang="fr-CH" dirty="0"/>
              <a:t>Solution: Il faut créer un table de liaison contenant les colonnes [</a:t>
            </a:r>
            <a:r>
              <a:rPr lang="fr-CH" dirty="0" err="1"/>
              <a:t>Category</a:t>
            </a:r>
            <a:r>
              <a:rPr lang="fr-CH" dirty="0"/>
              <a:t>] et [Segment] afin de créer un schéma en étoile autour de </a:t>
            </a:r>
            <a:r>
              <a:rPr lang="fr-CH" dirty="0" err="1"/>
              <a:t>FactBudget</a:t>
            </a:r>
            <a:r>
              <a:rPr lang="fr-CH" dirty="0"/>
              <a:t>.</a:t>
            </a:r>
          </a:p>
          <a:p>
            <a:r>
              <a:rPr lang="fr-CH" dirty="0"/>
              <a:t>Pour cela, il faut de nouveau dupliquer la requête </a:t>
            </a:r>
            <a:r>
              <a:rPr lang="fr-CH" dirty="0" err="1"/>
              <a:t>FactBudget</a:t>
            </a:r>
            <a:r>
              <a:rPr lang="fr-CH" dirty="0"/>
              <a:t> et créer une nouvelle requête </a:t>
            </a:r>
            <a:r>
              <a:rPr lang="fr-CH" dirty="0" err="1"/>
              <a:t>dimCatSeg</a:t>
            </a:r>
            <a:r>
              <a:rPr lang="fr-CH" dirty="0"/>
              <a:t> qui contient les colonnes mentionnées, purger les doublons et créer un index qu’il faudra fusionner avec </a:t>
            </a:r>
            <a:r>
              <a:rPr lang="fr-CH" dirty="0" err="1"/>
              <a:t>dimProducts</a:t>
            </a:r>
            <a:r>
              <a:rPr lang="fr-CH" dirty="0"/>
              <a:t> (liaison sur les deux colonnes isolées) et </a:t>
            </a:r>
            <a:r>
              <a:rPr lang="fr-CH" dirty="0" err="1"/>
              <a:t>FactBudget</a:t>
            </a:r>
            <a:r>
              <a:rPr lang="fr-CH" dirty="0"/>
              <a:t>.</a:t>
            </a:r>
          </a:p>
          <a:p>
            <a:r>
              <a:rPr lang="fr-CH" dirty="0"/>
              <a:t>Une fois la table </a:t>
            </a:r>
            <a:r>
              <a:rPr lang="fr-CH" dirty="0" err="1"/>
              <a:t>dimCatSeg</a:t>
            </a:r>
            <a:r>
              <a:rPr lang="fr-CH" dirty="0"/>
              <a:t> créée, fusionner </a:t>
            </a:r>
            <a:r>
              <a:rPr lang="fr-CH" dirty="0" err="1"/>
              <a:t>dimProducts</a:t>
            </a:r>
            <a:r>
              <a:rPr lang="fr-CH" dirty="0"/>
              <a:t> avec </a:t>
            </a:r>
            <a:r>
              <a:rPr lang="fr-CH" dirty="0" err="1"/>
              <a:t>dimCatSeg</a:t>
            </a:r>
            <a:r>
              <a:rPr lang="fr-CH" dirty="0"/>
              <a:t> et ne garder que le champ de liaison </a:t>
            </a:r>
            <a:r>
              <a:rPr lang="fr-CH" dirty="0" err="1"/>
              <a:t>CatSegID</a:t>
            </a:r>
            <a:r>
              <a:rPr lang="fr-CH" dirty="0"/>
              <a:t>. Supprimer les 2 colonnes [</a:t>
            </a:r>
            <a:r>
              <a:rPr lang="fr-CH" dirty="0" err="1"/>
              <a:t>Category</a:t>
            </a:r>
            <a:r>
              <a:rPr lang="fr-CH" dirty="0"/>
              <a:t>] et [Segment].</a:t>
            </a:r>
          </a:p>
        </p:txBody>
      </p:sp>
    </p:spTree>
    <p:extLst>
      <p:ext uri="{BB962C8B-B14F-4D97-AF65-F5344CB8AC3E}">
        <p14:creationId xmlns:p14="http://schemas.microsoft.com/office/powerpoint/2010/main" val="3320990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6F173-C8B4-C854-9261-9CDA2146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617F47-0C5A-BB98-25DD-415D340A6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Modèle de données final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FA094D-8DEA-9400-53DA-5EA12BC94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078273"/>
            <a:ext cx="10890928" cy="500351"/>
          </a:xfrm>
        </p:spPr>
        <p:txBody>
          <a:bodyPr>
            <a:normAutofit/>
          </a:bodyPr>
          <a:lstStyle/>
          <a:p>
            <a:r>
              <a:rPr lang="fr-CH" dirty="0"/>
              <a:t>Le modèle de données devrait maintenant se présenter comme suit: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56FDDA-558F-7DFB-00DE-7CDCEFA5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1" y="1713260"/>
            <a:ext cx="8440927" cy="463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41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279DE-3655-B18D-D566-D41E4D48D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FAB815-900A-D916-A525-97907ACB7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Ajouter une perspective (disposition)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D2E2EA7-478A-FEB2-DEC4-705851030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078272"/>
            <a:ext cx="11257060" cy="13170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H" dirty="0"/>
              <a:t>Afin de mieux visualiser </a:t>
            </a:r>
            <a:r>
              <a:rPr lang="fr-CH" dirty="0" err="1"/>
              <a:t>FactBudget</a:t>
            </a:r>
            <a:r>
              <a:rPr lang="fr-CH" dirty="0"/>
              <a:t> , on peut créer une nouvelle perspective incluant </a:t>
            </a:r>
            <a:r>
              <a:rPr lang="fr-CH" dirty="0" err="1"/>
              <a:t>FactBudget</a:t>
            </a:r>
            <a:r>
              <a:rPr lang="fr-CH" dirty="0"/>
              <a:t> et afficher les tables liées.</a:t>
            </a:r>
          </a:p>
          <a:p>
            <a:r>
              <a:rPr lang="fr-CH" dirty="0"/>
              <a:t>Idem pour la table </a:t>
            </a:r>
            <a:r>
              <a:rPr lang="fr-CH" dirty="0" err="1"/>
              <a:t>factVentes</a:t>
            </a:r>
            <a:r>
              <a:rPr lang="fr-CH" dirty="0"/>
              <a:t> et les tables associées.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A641EC-1773-1994-DBE2-8B1F89C70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510" y="2480632"/>
            <a:ext cx="7525800" cy="391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799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37C65E-1F6C-B2C0-BDE7-0C77ED3DE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51718"/>
            <a:ext cx="10890929" cy="1097280"/>
          </a:xfrm>
        </p:spPr>
        <p:txBody>
          <a:bodyPr/>
          <a:lstStyle/>
          <a:p>
            <a:r>
              <a:rPr lang="fr-CH" dirty="0"/>
              <a:t>Affichez les valeurs dans le visuel table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2F171-C729-2087-828C-DF3A106DA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2" y="1348997"/>
            <a:ext cx="4686260" cy="5347077"/>
          </a:xfrm>
        </p:spPr>
        <p:txBody>
          <a:bodyPr/>
          <a:lstStyle/>
          <a:p>
            <a:r>
              <a:rPr lang="fr-CH" dirty="0"/>
              <a:t>Ajouter une mesure qui calcule la somme des valeurs de la table </a:t>
            </a:r>
            <a:r>
              <a:rPr lang="fr-CH" dirty="0" err="1"/>
              <a:t>FactBudget</a:t>
            </a:r>
            <a:r>
              <a:rPr lang="fr-CH" dirty="0"/>
              <a:t>:</a:t>
            </a:r>
            <a:br>
              <a:rPr lang="fr-CH" dirty="0"/>
            </a:b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Somme des prévisions = 	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CH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FactBudget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[Value]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CH" dirty="0"/>
              <a:t>Ajouter au visuel table de la page 1 en formattant les 3 colonnes au format ‘Currency’.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91ADD7D-1F42-1AE3-0D57-54E785486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436" y="1053547"/>
            <a:ext cx="6456006" cy="568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23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9C4C-AC4E-B225-6795-221A9E876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2F6F4F-1B1E-D3F2-13E1-86F08752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Ajouter une date de livraison 1/3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66836B-6175-7D53-55E1-AC4AD718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078273"/>
            <a:ext cx="10890928" cy="5791290"/>
          </a:xfrm>
        </p:spPr>
        <p:txBody>
          <a:bodyPr>
            <a:normAutofit/>
          </a:bodyPr>
          <a:lstStyle/>
          <a:p>
            <a:r>
              <a:rPr lang="fr-CH" dirty="0"/>
              <a:t>Dans la table Ventes, créer une nouvelle colonne personnalisée, la nommer </a:t>
            </a:r>
            <a:r>
              <a:rPr lang="fr-CH" dirty="0" err="1"/>
              <a:t>DateLivraison</a:t>
            </a:r>
            <a:r>
              <a:rPr lang="fr-CH" dirty="0"/>
              <a:t> et utiliser la formule M suivante:</a:t>
            </a:r>
            <a:br>
              <a:rPr lang="fr-CH" dirty="0"/>
            </a:br>
            <a:r>
              <a:rPr lang="en-US" dirty="0" err="1"/>
              <a:t>Date.AddDays</a:t>
            </a:r>
            <a:r>
              <a:rPr lang="en-US" dirty="0"/>
              <a:t>([Date], </a:t>
            </a:r>
            <a:r>
              <a:rPr lang="en-US" dirty="0" err="1"/>
              <a:t>Number.RoundDown</a:t>
            </a:r>
            <a:r>
              <a:rPr lang="en-US" dirty="0"/>
              <a:t>(</a:t>
            </a:r>
            <a:r>
              <a:rPr lang="en-US" dirty="0" err="1"/>
              <a:t>Number.RandomBetween</a:t>
            </a:r>
            <a:r>
              <a:rPr lang="en-US" dirty="0"/>
              <a:t>(3, 7)))</a:t>
            </a:r>
          </a:p>
          <a:p>
            <a:r>
              <a:rPr lang="fr-CH" dirty="0"/>
              <a:t>Dans le modèle de données, créer une relation entre la date de livraison et la table </a:t>
            </a:r>
            <a:r>
              <a:rPr lang="fr-CH" dirty="0" err="1"/>
              <a:t>dimCalendrier</a:t>
            </a:r>
            <a:r>
              <a:rPr lang="fr-CH" dirty="0"/>
              <a:t>. La nouvelle relation est inactive (une seule relation active à la fois).</a:t>
            </a:r>
          </a:p>
          <a:p>
            <a:pPr>
              <a:lnSpc>
                <a:spcPct val="100000"/>
              </a:lnSpc>
            </a:pPr>
            <a:r>
              <a:rPr lang="fr-CH" dirty="0"/>
              <a:t>Comment créer le visuel table comme précédemment en utilisant la date de livraison ?</a:t>
            </a:r>
            <a:br>
              <a:rPr lang="fr-CH" dirty="0"/>
            </a:br>
            <a:r>
              <a:rPr lang="fr-CH" dirty="0"/>
              <a:t>Solution: Créer une mesure DAX  pour activer la relation lors du calcul.</a:t>
            </a:r>
            <a:br>
              <a:rPr lang="fr-CH" dirty="0"/>
            </a:br>
            <a:r>
              <a:rPr lang="fr-CH" dirty="0"/>
              <a:t>Somme des ventes (livraison) = </a:t>
            </a:r>
            <a:br>
              <a:rPr lang="fr-CH" dirty="0"/>
            </a:br>
            <a:r>
              <a:rPr lang="fr-CH" dirty="0"/>
              <a:t>	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CALCULATE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CH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Ventes,Ventes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[Unit Price]*Ventes[</a:t>
            </a:r>
            <a:r>
              <a:rPr lang="fr-CH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]),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USERELATIONSHIP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CH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dimCalendrier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[Date],Ventes[</a:t>
            </a:r>
            <a:r>
              <a:rPr lang="fr-CH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DateLivraison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822960" lvl="3" indent="0">
              <a:lnSpc>
                <a:spcPct val="100000"/>
              </a:lnSpc>
              <a:buNone/>
            </a:pP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fr-CH" dirty="0"/>
              <a:t>Ajouter cette mesure à la table de résultats et comparer avec somme des ventes.</a:t>
            </a:r>
          </a:p>
        </p:txBody>
      </p:sp>
    </p:spTree>
    <p:extLst>
      <p:ext uri="{BB962C8B-B14F-4D97-AF65-F5344CB8AC3E}">
        <p14:creationId xmlns:p14="http://schemas.microsoft.com/office/powerpoint/2010/main" val="2914716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C9B94-B3D8-F66C-0ED0-4B7850094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CEE100-DF07-E4D1-052A-8D4FD116E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Ajouter une date de livraison 2/3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F88CA4-7DCA-544B-356D-A2719CDCC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078273"/>
            <a:ext cx="6535973" cy="5427302"/>
          </a:xfrm>
        </p:spPr>
        <p:txBody>
          <a:bodyPr>
            <a:normAutofit/>
          </a:bodyPr>
          <a:lstStyle/>
          <a:p>
            <a:r>
              <a:rPr lang="fr-CH" dirty="0"/>
              <a:t>En mode rapport, créer une nouvelle page et insérer un visuel table qui montre la somme des ventes (livraison) par année et par mois.</a:t>
            </a:r>
          </a:p>
          <a:p>
            <a:endParaRPr lang="fr-CH" sz="900" dirty="0"/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fr-CH" dirty="0"/>
              <a:t>Créer une mesure qui calcule la somme des ventes par rapport à la date de commande.</a:t>
            </a:r>
            <a:br>
              <a:rPr lang="fr-CH" dirty="0"/>
            </a:br>
            <a:r>
              <a:rPr lang="fr-CH" dirty="0"/>
              <a:t>Somme des ventes = 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fr-CH" dirty="0">
                <a:solidFill>
                  <a:srgbClr val="3165BB"/>
                </a:solidFill>
                <a:latin typeface="Consolas" panose="020B0609020204030204" pitchFamily="49" charset="0"/>
              </a:rPr>
              <a:t>    </a:t>
            </a:r>
            <a:r>
              <a:rPr lang="fr-CH" b="0" dirty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SUMX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fr-CH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Ventes[Unit Price]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Ventes[</a:t>
            </a:r>
            <a:r>
              <a:rPr lang="fr-CH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Units</a:t>
            </a:r>
            <a:r>
              <a:rPr lang="fr-CH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r-CH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CH" dirty="0"/>
              <a:t>Insérer [Somme des ventes] dans la table.</a:t>
            </a:r>
          </a:p>
          <a:p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45F01EE-2A88-6338-0ED6-8DD679729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128" y="1078273"/>
            <a:ext cx="4130880" cy="543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322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33907-341B-A869-68E0-CB2B075C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B19418-6D68-DCA2-2E1E-7E3B7FAE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31169"/>
            <a:ext cx="10890929" cy="1097280"/>
          </a:xfrm>
        </p:spPr>
        <p:txBody>
          <a:bodyPr/>
          <a:lstStyle/>
          <a:p>
            <a:r>
              <a:rPr lang="fr-CH" dirty="0"/>
              <a:t>Ajouter une date de livraison 3/3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E92E047-B6D6-A781-06F2-CBBF6F2A8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461" y="1134429"/>
            <a:ext cx="9211217" cy="549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22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5DA86-9EE5-0714-FFD5-EE6DE81A4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>
            <a:extLst>
              <a:ext uri="{FF2B5EF4-FFF2-40B4-BE49-F238E27FC236}">
                <a16:creationId xmlns:a16="http://schemas.microsoft.com/office/drawing/2014/main" id="{547C9075-4E45-B95D-6270-93E18308A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" b="528"/>
          <a:stretch/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6652E18D-9824-8367-6F93-2C795E8463AD}"/>
              </a:ext>
            </a:extLst>
          </p:cNvPr>
          <p:cNvSpPr txBox="1">
            <a:spLocks/>
          </p:cNvSpPr>
          <p:nvPr/>
        </p:nvSpPr>
        <p:spPr>
          <a:xfrm>
            <a:off x="7506055" y="1423111"/>
            <a:ext cx="4308672" cy="3224045"/>
          </a:xfrm>
          <a:prstGeom prst="rect">
            <a:avLst/>
          </a:prstGeom>
        </p:spPr>
        <p:txBody>
          <a:bodyPr anchor="b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fr-CH" sz="4500" dirty="0"/>
              <a:t>EXERCICE 2</a:t>
            </a:r>
            <a:br>
              <a:rPr lang="fr-CH" sz="4500" dirty="0"/>
            </a:br>
            <a:endParaRPr lang="fr-CH" sz="4500" dirty="0"/>
          </a:p>
          <a:p>
            <a:pPr>
              <a:lnSpc>
                <a:spcPct val="90000"/>
              </a:lnSpc>
            </a:pPr>
            <a:r>
              <a:rPr lang="fr-CH" sz="4500" dirty="0"/>
              <a:t>SOURCES MULTIPLES</a:t>
            </a:r>
            <a:br>
              <a:rPr lang="fr-CH" sz="4500" dirty="0"/>
            </a:br>
            <a:endParaRPr lang="fr-CH" sz="4500" dirty="0"/>
          </a:p>
        </p:txBody>
      </p:sp>
    </p:spTree>
    <p:extLst>
      <p:ext uri="{BB962C8B-B14F-4D97-AF65-F5344CB8AC3E}">
        <p14:creationId xmlns:p14="http://schemas.microsoft.com/office/powerpoint/2010/main" val="1925017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ACAD-1589-D29C-B313-2AC5487E8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BA6C5E7-CCED-C43D-7F65-36800B90C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1457324"/>
            <a:ext cx="11266171" cy="5124451"/>
          </a:xfrm>
        </p:spPr>
        <p:txBody>
          <a:bodyPr>
            <a:normAutofit fontScale="92500"/>
          </a:bodyPr>
          <a:lstStyle/>
          <a:p>
            <a:pPr rtl="0" fontAlgn="ctr">
              <a:buFont typeface="+mj-lt"/>
              <a:buAutoNum type="arabicPeriod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Combiner toutes les lignes </a:t>
            </a:r>
            <a:r>
              <a:rPr lang="fr-FR" sz="1800" b="0" i="0">
                <a:effectLst/>
                <a:latin typeface="Calibri" panose="020F0502020204030204" pitchFamily="34" charset="0"/>
              </a:rPr>
              <a:t>(766) 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des fichiers contenus dans le dossier Commandes-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Orders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dans une requête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.</a:t>
            </a:r>
          </a:p>
          <a:p>
            <a:pPr rtl="0" fontAlgn="ctr">
              <a:buFont typeface="+mj-lt"/>
              <a:buAutoNum type="arabicPeriod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Le fichier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Swicrosoft_prod_prix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contient les deux tables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tbl_prodcat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et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tbl_prod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. Les fusionner par le champ [Numéro]. Renommer en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dimProduits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. Enlever l'option de chargement des 2 tables d'origine pour ne pas les charger dans le modèle de données et déplacez les dans un groupe '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Noload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’ (à créer dans le panneau des requêtes de Power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Query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).</a:t>
            </a:r>
            <a:r>
              <a:rPr lang="fr-FR" sz="18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buFont typeface="+mj-lt"/>
              <a:buAutoNum type="arabicPeriod" startAt="3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 Créer une nouvelle requête de type Access et sélectionner la base 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SwiCrosoft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_Données.accdb. Sélectionner et charger les deux tables Catégories et sous-catégories. Renommer en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dimCat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et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dimSouscat</a:t>
            </a:r>
            <a:endParaRPr lang="fr-FR" sz="1800" dirty="0">
              <a:effectLst/>
              <a:latin typeface="Calibri" panose="020F0502020204030204" pitchFamily="34" charset="0"/>
            </a:endParaRPr>
          </a:p>
          <a:p>
            <a:pPr rtl="0" fontAlgn="ctr">
              <a:buFont typeface="+mj-lt"/>
              <a:buAutoNum type="arabicPeriod" startAt="4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 Ajouter la table clients depuis le fichier CSV 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SwiCrosoft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_CLIENTS_master.csv. Renommer en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dimClients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.</a:t>
            </a: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r>
              <a:rPr lang="fr-FR" sz="1800" b="0" i="0" dirty="0">
                <a:effectLst/>
                <a:latin typeface="Calibri" panose="020F0502020204030204" pitchFamily="34" charset="0"/>
              </a:rPr>
              <a:t>ATTENTION: Sélectionner le point-virgule dans le séparateur de colonnes et cliquer sur bouton 'Avancée' pour sélectionner UTF-8 dans le codage si pas détecté par PBI.</a:t>
            </a:r>
          </a:p>
          <a:p>
            <a:pPr rtl="0" fontAlgn="ctr">
              <a:buFont typeface="+mj-lt"/>
              <a:buAutoNum type="arabicPeriod" startAt="4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Ajouter la table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dimCountriesISO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depuis le fichier PDF. Choisir une seule page dans la liste et choisir 'transformer' puis filtrer la liste des 9 tables comprises dans le document  et extraire la colonne Data puis promouvoir les en-têtes et détecter le type.</a:t>
            </a:r>
          </a:p>
          <a:p>
            <a:pPr rtl="0" fontAlgn="ctr">
              <a:buFont typeface="+mj-lt"/>
              <a:buAutoNum type="arabicPeriod" startAt="4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Ajouter une table calendrier depuis le script DAX. Choisir l'année de début et de fin.</a:t>
            </a: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r>
              <a:rPr lang="fr-FR" sz="1800" b="0" i="0" dirty="0">
                <a:effectLst/>
                <a:latin typeface="Calibri" panose="020F0502020204030204" pitchFamily="34" charset="0"/>
              </a:rPr>
              <a:t>Marquer en tant que table de dates et sélectionner le champ date dans la table calendrier comme référence de date.</a:t>
            </a:r>
          </a:p>
          <a:p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EBDB18D-4AAC-82CE-7D60-772A0A640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1347597"/>
          </a:xfrm>
        </p:spPr>
        <p:txBody>
          <a:bodyPr>
            <a:normAutofit fontScale="90000"/>
          </a:bodyPr>
          <a:lstStyle/>
          <a:p>
            <a:pPr>
              <a:tabLst>
                <a:tab pos="6457950" algn="l"/>
              </a:tabLst>
            </a:pPr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Modèle de données multi-fichiers</a:t>
            </a:r>
            <a:br>
              <a:rPr lang="fr-CH" sz="6000" dirty="0"/>
            </a:br>
            <a:r>
              <a:rPr lang="fr-CH" sz="2700" dirty="0"/>
              <a:t>		</a:t>
            </a:r>
            <a:r>
              <a:rPr lang="fr-CH" sz="2700" i="1" dirty="0"/>
              <a:t>Source: \</a:t>
            </a:r>
            <a:r>
              <a:rPr lang="fr-CH" sz="2700" i="1" dirty="0" err="1"/>
              <a:t>Swicrosoft</a:t>
            </a:r>
            <a:r>
              <a:rPr lang="fr-CH" sz="2700" i="1" dirty="0"/>
              <a:t>\</a:t>
            </a:r>
            <a:endParaRPr lang="fr-CH" sz="2700" dirty="0"/>
          </a:p>
        </p:txBody>
      </p:sp>
    </p:spTree>
    <p:extLst>
      <p:ext uri="{BB962C8B-B14F-4D97-AF65-F5344CB8AC3E}">
        <p14:creationId xmlns:p14="http://schemas.microsoft.com/office/powerpoint/2010/main" val="1668972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E23B-4895-0835-DC10-FB88A0AA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6FD6AD1B-7DAA-FB74-D951-D73DBF3AE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1142346" cy="1004698"/>
          </a:xfrm>
        </p:spPr>
        <p:txBody>
          <a:bodyPr>
            <a:normAutofit fontScale="90000"/>
          </a:bodyPr>
          <a:lstStyle/>
          <a:p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Modèle de données multi-sources</a:t>
            </a:r>
            <a:br>
              <a:rPr lang="fr-CH" sz="6000" dirty="0"/>
            </a:br>
            <a:endParaRPr lang="fr-CH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04C4C9D-7E05-5AE7-8D4E-CD7388215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23" y="1155141"/>
            <a:ext cx="8773202" cy="559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1909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09A2773-0510-12C0-1417-B7F04CB88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1457324"/>
            <a:ext cx="9637397" cy="5124451"/>
          </a:xfrm>
        </p:spPr>
        <p:txBody>
          <a:bodyPr>
            <a:normAutofit fontScale="92500" lnSpcReduction="20000"/>
          </a:bodyPr>
          <a:lstStyle/>
          <a:p>
            <a:pPr rtl="0" fontAlgn="ctr">
              <a:buFont typeface="+mj-lt"/>
              <a:buAutoNum type="arabicPeriod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Ajouter deux colonnes pour afficher les cat et sous-cat dans la table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dimProd</a:t>
            </a:r>
            <a:endParaRPr lang="fr-FR" sz="1800" b="0" i="0" dirty="0">
              <a:effectLst/>
              <a:latin typeface="Calibri" panose="020F0502020204030204" pitchFamily="34" charset="0"/>
            </a:endParaRPr>
          </a:p>
          <a:p>
            <a:pPr marL="342900" marR="0"/>
            <a:r>
              <a:rPr lang="fr-CH" sz="1800" dirty="0">
                <a:effectLst/>
                <a:latin typeface="Calibri" panose="020F0502020204030204" pitchFamily="34" charset="0"/>
              </a:rPr>
              <a:t>=RELATED(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dimCat</a:t>
            </a:r>
            <a:r>
              <a:rPr lang="fr-CH" sz="1800" dirty="0">
                <a:effectLst/>
                <a:latin typeface="Calibri" panose="020F0502020204030204" pitchFamily="34" charset="0"/>
              </a:rPr>
              <a:t>[Nom Catégorie]), nommer la colonne Cat</a:t>
            </a:r>
          </a:p>
          <a:p>
            <a:pPr marL="342900" marR="0"/>
            <a:r>
              <a:rPr lang="fr-CH" sz="1800" dirty="0">
                <a:effectLst/>
                <a:latin typeface="Calibri" panose="020F0502020204030204" pitchFamily="34" charset="0"/>
              </a:rPr>
              <a:t>=RELATED(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dimSousCat</a:t>
            </a:r>
            <a:r>
              <a:rPr lang="fr-CH" sz="1800" dirty="0">
                <a:effectLst/>
                <a:latin typeface="Calibri" panose="020F0502020204030204" pitchFamily="34" charset="0"/>
              </a:rPr>
              <a:t>[Nom sous-catégorie]), nommer la colonne 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Souscat</a:t>
            </a:r>
            <a:endParaRPr lang="fr-CH" sz="1800" dirty="0">
              <a:effectLst/>
              <a:latin typeface="Calibri" panose="020F0502020204030204" pitchFamily="34" charset="0"/>
            </a:endParaRPr>
          </a:p>
          <a:p>
            <a:pPr marL="114300" marR="0" indent="0">
              <a:buNone/>
            </a:pPr>
            <a:r>
              <a:rPr lang="fr-CH" sz="1800" dirty="0">
                <a:effectLst/>
                <a:latin typeface="Calibri" panose="020F0502020204030204" pitchFamily="34" charset="0"/>
              </a:rPr>
              <a:t>Masquer les tables cat et sous-cat dans le mode diagramme</a:t>
            </a:r>
          </a:p>
          <a:p>
            <a:pPr marL="114300" marR="0" indent="0">
              <a:buNone/>
            </a:pPr>
            <a:r>
              <a:rPr lang="fr-FR" sz="18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buFont typeface="+mj-lt"/>
              <a:buAutoNum type="arabicPeriod" startAt="2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 Ajouter un champ calculé pour avoir le total par ligne de commande(puis le profit) dans la table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factVentes</a:t>
            </a: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r>
              <a:rPr lang="fr-CH" sz="1800" b="0" i="0" dirty="0">
                <a:effectLst/>
                <a:latin typeface="Calibri" panose="020F0502020204030204" pitchFamily="34" charset="0"/>
              </a:rPr>
              <a:t>Total/Vente = RELATED(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dimProduits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[Prix(CHF)])*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[NB vente]</a:t>
            </a: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r>
              <a:rPr lang="fr-CH" sz="1800" b="0" i="0" dirty="0">
                <a:effectLst/>
                <a:latin typeface="Calibri" panose="020F0502020204030204" pitchFamily="34" charset="0"/>
              </a:rPr>
              <a:t>Profit/vente = (RELATED(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dimProduits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[Prix(CHF)])-RELATED(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dimProduits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[Coût(CHF)]))*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[NB vente]</a:t>
            </a:r>
          </a:p>
          <a:p>
            <a:pPr marL="114300" marR="0" indent="0">
              <a:buNone/>
            </a:pPr>
            <a:r>
              <a:rPr lang="fr-FR" sz="1800" dirty="0">
                <a:effectLst/>
                <a:latin typeface="Calibri" panose="020F0502020204030204" pitchFamily="34" charset="0"/>
              </a:rPr>
              <a:t> </a:t>
            </a:r>
          </a:p>
          <a:p>
            <a:pPr rtl="0" fontAlgn="ctr">
              <a:buFont typeface="+mj-lt"/>
              <a:buAutoNum type="arabicPeriod" startAt="3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 Créer une hiérarchie '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hr_cat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' dans la table </a:t>
            </a:r>
            <a:r>
              <a:rPr lang="fr-FR" sz="1800" b="0" i="0" dirty="0" err="1">
                <a:effectLst/>
                <a:latin typeface="Calibri" panose="020F0502020204030204" pitchFamily="34" charset="0"/>
              </a:rPr>
              <a:t>dimprod</a:t>
            </a:r>
            <a:r>
              <a:rPr lang="fr-FR" sz="1800" b="0" i="0" dirty="0">
                <a:effectLst/>
                <a:latin typeface="Calibri" panose="020F0502020204030204" pitchFamily="34" charset="0"/>
              </a:rPr>
              <a:t> en vue de diagramme et ajouter la cat, la sous-cat et le code produit.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6513A60-3147-3062-8A0A-D4E86E448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918973"/>
          </a:xfrm>
        </p:spPr>
        <p:txBody>
          <a:bodyPr>
            <a:normAutofit fontScale="90000"/>
          </a:bodyPr>
          <a:lstStyle/>
          <a:p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Créer des colonnes calculées </a:t>
            </a:r>
            <a:endParaRPr lang="fr-CH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B683EB3-AF09-0531-8B49-32236E7D2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475" y="2756741"/>
            <a:ext cx="1657581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1450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65505-EA3F-28EF-F565-C85C72273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121E3FC-3BBB-E0EB-7E98-D34A27858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1457324"/>
            <a:ext cx="9637397" cy="5124451"/>
          </a:xfrm>
        </p:spPr>
        <p:txBody>
          <a:bodyPr>
            <a:normAutofit/>
          </a:bodyPr>
          <a:lstStyle/>
          <a:p>
            <a:pPr rtl="0" fontAlgn="ctr">
              <a:buFont typeface="+mj-lt"/>
              <a:buAutoNum type="arabicPeriod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Créer une table manuelle (Home &gt; Enter Data). Renommer '01.Mesures’.</a:t>
            </a:r>
          </a:p>
          <a:p>
            <a:pPr rtl="0" fontAlgn="ctr">
              <a:buFont typeface="+mj-lt"/>
              <a:buAutoNum type="arabicPeriod"/>
            </a:pPr>
            <a:r>
              <a:rPr lang="fr-FR" sz="1800" b="0" i="0" dirty="0">
                <a:effectLst/>
                <a:latin typeface="Calibri" panose="020F0502020204030204" pitchFamily="34" charset="0"/>
              </a:rPr>
              <a:t> Ajouter les mesures suivantes:</a:t>
            </a:r>
            <a:br>
              <a:rPr lang="fr-FR" sz="1800" b="0" i="0" dirty="0">
                <a:effectLst/>
                <a:latin typeface="Calibri" panose="020F0502020204030204" pitchFamily="34" charset="0"/>
              </a:rPr>
            </a:br>
            <a:r>
              <a:rPr lang="fr-CH" sz="1800" b="0" i="0" dirty="0">
                <a:effectLst/>
                <a:latin typeface="Calibri" panose="020F0502020204030204" pitchFamily="34" charset="0"/>
              </a:rPr>
              <a:t>CA = SUM(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TotalVente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])</a:t>
            </a:r>
            <a:br>
              <a:rPr lang="fr-CH" sz="1800" b="0" i="0" dirty="0">
                <a:effectLst/>
                <a:latin typeface="Calibri" panose="020F0502020204030204" pitchFamily="34" charset="0"/>
              </a:rPr>
            </a:br>
            <a:r>
              <a:rPr lang="fr-CH" sz="1800" b="0" i="0" dirty="0">
                <a:effectLst/>
                <a:latin typeface="Calibri" panose="020F0502020204030204" pitchFamily="34" charset="0"/>
              </a:rPr>
              <a:t>Profit = SUM(</a:t>
            </a:r>
            <a:r>
              <a:rPr lang="fr-CH" sz="1800" b="0" i="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CH" sz="1800" b="0" i="0" dirty="0">
                <a:effectLst/>
                <a:latin typeface="Calibri" panose="020F0502020204030204" pitchFamily="34" charset="0"/>
              </a:rPr>
              <a:t>[Profit])</a:t>
            </a:r>
            <a:br>
              <a:rPr lang="fr-CH" sz="1800" b="0" i="0" dirty="0">
                <a:effectLst/>
                <a:latin typeface="Calibri" panose="020F0502020204030204" pitchFamily="34" charset="0"/>
              </a:rPr>
            </a:br>
            <a:r>
              <a:rPr lang="fr-CH" sz="1800" dirty="0">
                <a:effectLst/>
                <a:latin typeface="Calibri" panose="020F0502020204030204" pitchFamily="34" charset="0"/>
              </a:rPr>
              <a:t>COGS = SUMX(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FactCommandes,FactCommandes</a:t>
            </a:r>
            <a:r>
              <a:rPr lang="fr-CH" sz="1800" dirty="0">
                <a:effectLst/>
                <a:latin typeface="Calibri" panose="020F0502020204030204" pitchFamily="34" charset="0"/>
              </a:rPr>
              <a:t>[NB vente]*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FactCommandes</a:t>
            </a:r>
            <a:r>
              <a:rPr lang="fr-CH" sz="1800" dirty="0">
                <a:effectLst/>
                <a:latin typeface="Calibri" panose="020F0502020204030204" pitchFamily="34" charset="0"/>
              </a:rPr>
              <a:t>[cout])</a:t>
            </a:r>
            <a:br>
              <a:rPr lang="fr-FR" sz="1800" dirty="0">
                <a:effectLst/>
                <a:latin typeface="Calibri" panose="020F0502020204030204" pitchFamily="34" charset="0"/>
              </a:rPr>
            </a:br>
            <a:r>
              <a:rPr lang="fr-CH" sz="1800" dirty="0">
                <a:effectLst/>
                <a:latin typeface="Calibri" panose="020F0502020204030204" pitchFamily="34" charset="0"/>
              </a:rPr>
              <a:t>NB ventes = COUNTROWS(</a:t>
            </a:r>
            <a:r>
              <a:rPr lang="fr-CH" sz="1800" dirty="0" err="1">
                <a:effectLst/>
                <a:latin typeface="Calibri" panose="020F0502020204030204" pitchFamily="34" charset="0"/>
              </a:rPr>
              <a:t>FactVentes</a:t>
            </a:r>
            <a:r>
              <a:rPr lang="fr-CH" sz="1800" dirty="0">
                <a:effectLst/>
                <a:latin typeface="Calibri" panose="020F0502020204030204" pitchFamily="34" charset="0"/>
              </a:rPr>
              <a:t>)</a:t>
            </a:r>
          </a:p>
          <a:p>
            <a:pPr rtl="0" fontAlgn="ctr">
              <a:buFont typeface="+mj-lt"/>
              <a:buAutoNum type="arabicPeriod"/>
            </a:pPr>
            <a:endParaRPr lang="fr-CH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E6B57DCE-5FE2-6A71-1943-3A4EBBC58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918973"/>
          </a:xfrm>
        </p:spPr>
        <p:txBody>
          <a:bodyPr>
            <a:normAutofit fontScale="90000"/>
          </a:bodyPr>
          <a:lstStyle/>
          <a:p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Créer une table de mesures</a:t>
            </a:r>
            <a:endParaRPr lang="fr-CH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3D97D1A-A586-35E1-77A8-4B875C46E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346" y="1184882"/>
            <a:ext cx="1686160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5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325A-C20B-AC4F-AD29-B93C4CCE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834A0F61-32C7-0A35-FF74-8FEDC2B85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457324"/>
            <a:ext cx="5687790" cy="5124451"/>
          </a:xfrm>
        </p:spPr>
        <p:txBody>
          <a:bodyPr>
            <a:normAutofit/>
          </a:bodyPr>
          <a:lstStyle/>
          <a:p>
            <a:pPr marL="114300" marR="0" indent="-342900">
              <a:buFont typeface="+mj-lt"/>
              <a:buAutoNum type="arabicPeriod"/>
            </a:pPr>
            <a:r>
              <a:rPr lang="fr-FR" sz="1800" dirty="0">
                <a:effectLst/>
                <a:latin typeface="Calibri" panose="020F0502020204030204" pitchFamily="34" charset="0"/>
              </a:rPr>
              <a:t>Modeling &gt; New </a:t>
            </a:r>
            <a:r>
              <a:rPr lang="fr-FR" sz="1800" dirty="0" err="1">
                <a:effectLst/>
                <a:latin typeface="Calibri" panose="020F0502020204030204" pitchFamily="34" charset="0"/>
              </a:rPr>
              <a:t>Parameter</a:t>
            </a:r>
            <a:r>
              <a:rPr lang="fr-FR" sz="1800" dirty="0">
                <a:effectLst/>
                <a:latin typeface="Calibri" panose="020F0502020204030204" pitchFamily="34" charset="0"/>
              </a:rPr>
              <a:t> &gt; Fields</a:t>
            </a:r>
            <a:br>
              <a:rPr lang="fr-FR" sz="1800" dirty="0">
                <a:effectLst/>
                <a:latin typeface="Calibri" panose="020F0502020204030204" pitchFamily="34" charset="0"/>
              </a:rPr>
            </a:br>
            <a:r>
              <a:rPr lang="fr-FR" sz="1800" dirty="0">
                <a:effectLst/>
                <a:latin typeface="Calibri" panose="020F0502020204030204" pitchFamily="34" charset="0"/>
              </a:rPr>
              <a:t>Sélectionner les mesures dans la table des mesures (elles apparaissent alors dans la liste de gauche)</a:t>
            </a:r>
            <a:br>
              <a:rPr lang="fr-FR" sz="1800" dirty="0">
                <a:effectLst/>
                <a:latin typeface="Calibri" panose="020F0502020204030204" pitchFamily="34" charset="0"/>
              </a:rPr>
            </a:br>
            <a:r>
              <a:rPr lang="fr-FR" sz="1800" dirty="0">
                <a:effectLst/>
                <a:latin typeface="Calibri" panose="020F0502020204030204" pitchFamily="34" charset="0"/>
              </a:rPr>
              <a:t>Cocher l'option '</a:t>
            </a:r>
            <a:r>
              <a:rPr lang="fr-FR" sz="1800" dirty="0" err="1">
                <a:effectLst/>
                <a:latin typeface="Calibri" panose="020F0502020204030204" pitchFamily="34" charset="0"/>
              </a:rPr>
              <a:t>Create</a:t>
            </a:r>
            <a:r>
              <a:rPr lang="fr-FR" sz="1800" dirty="0">
                <a:effectLst/>
                <a:latin typeface="Calibri" panose="020F0502020204030204" pitchFamily="34" charset="0"/>
              </a:rPr>
              <a:t> a slicer' si ce n'est pas déjà fait.</a:t>
            </a:r>
          </a:p>
          <a:p>
            <a:pPr marL="114300" marR="0" indent="-342900">
              <a:buFont typeface="+mj-lt"/>
              <a:buAutoNum type="arabicPeriod"/>
            </a:pPr>
            <a:r>
              <a:rPr lang="fr-FR" sz="1800" dirty="0">
                <a:effectLst/>
                <a:latin typeface="Calibri" panose="020F0502020204030204" pitchFamily="34" charset="0"/>
              </a:rPr>
              <a:t>Une table est ajoutée avec le même nom que celui utilisé dans le popup précédent. </a:t>
            </a:r>
          </a:p>
          <a:p>
            <a:pPr marL="114300" marR="0" indent="-342900">
              <a:buFont typeface="+mj-lt"/>
              <a:buAutoNum type="arabicPeriod"/>
            </a:pPr>
            <a:r>
              <a:rPr lang="fr-FR" sz="1800" dirty="0">
                <a:effectLst/>
                <a:latin typeface="Calibri" panose="020F0502020204030204" pitchFamily="34" charset="0"/>
              </a:rPr>
              <a:t>Un segment est aussi ajouté à la page avec les noms des mesures. Changer le type d'affichage du segment si nécessaire.</a:t>
            </a:r>
          </a:p>
          <a:p>
            <a:pPr rtl="0" fontAlgn="ctr">
              <a:buFont typeface="+mj-lt"/>
              <a:buAutoNum type="arabicPeriod"/>
            </a:pPr>
            <a:endParaRPr lang="fr-CH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BC24DE14-E861-CE7E-AD8A-3A558EEF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918973"/>
          </a:xfrm>
        </p:spPr>
        <p:txBody>
          <a:bodyPr>
            <a:normAutofit fontScale="90000"/>
          </a:bodyPr>
          <a:lstStyle/>
          <a:p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Créer une table de paramètres</a:t>
            </a:r>
            <a:endParaRPr lang="fr-CH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34DD01A-A1D6-F94F-6FD4-7E5B9667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868" y="1057564"/>
            <a:ext cx="5532228" cy="552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4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3AF4-FFF4-3A38-45B8-04978B8D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43FC99AB-AE4D-3017-7155-7AA7013D5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7"/>
            <a:ext cx="11142346" cy="918973"/>
          </a:xfrm>
        </p:spPr>
        <p:txBody>
          <a:bodyPr>
            <a:normAutofit fontScale="90000"/>
          </a:bodyPr>
          <a:lstStyle/>
          <a:p>
            <a:r>
              <a:rPr lang="fr-CH" sz="5300" dirty="0"/>
              <a:t>Ex 2 </a:t>
            </a:r>
            <a:r>
              <a:rPr lang="fr-CH" sz="6000" dirty="0"/>
              <a:t>: </a:t>
            </a:r>
            <a:r>
              <a:rPr lang="fr-CH" sz="3600" dirty="0"/>
              <a:t>Créer une table de paramètres</a:t>
            </a:r>
            <a:endParaRPr lang="fr-CH" dirty="0"/>
          </a:p>
        </p:txBody>
      </p:sp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7" name="Complément 6">
                <a:extLst>
                  <a:ext uri="{FF2B5EF4-FFF2-40B4-BE49-F238E27FC236}">
                    <a16:creationId xmlns:a16="http://schemas.microsoft.com/office/drawing/2014/main" id="{97173BA9-A434-1220-A769-39B39E7DF6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76747065"/>
                  </p:ext>
                </p:extLst>
              </p:nvPr>
            </p:nvGraphicFramePr>
            <p:xfrm>
              <a:off x="4095750" y="1028700"/>
              <a:ext cx="10391775" cy="5517261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omplément 6">
                <a:extLst>
                  <a:ext uri="{FF2B5EF4-FFF2-40B4-BE49-F238E27FC236}">
                    <a16:creationId xmlns:a16="http://schemas.microsoft.com/office/drawing/2014/main" id="{97173BA9-A434-1220-A769-39B39E7DF60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5750" y="1028700"/>
                <a:ext cx="10391775" cy="551726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6BB215C-AEF0-C45C-71DF-4C98623F2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1285874"/>
            <a:ext cx="4103371" cy="4657725"/>
          </a:xfrm>
        </p:spPr>
        <p:txBody>
          <a:bodyPr>
            <a:normAutofit/>
          </a:bodyPr>
          <a:lstStyle/>
          <a:p>
            <a:pPr marL="114300" marR="0" indent="-342900">
              <a:buFont typeface="+mj-lt"/>
              <a:buAutoNum type="arabicPeriod"/>
            </a:pPr>
            <a:r>
              <a:rPr lang="fr-FR" sz="1800" dirty="0">
                <a:effectLst/>
                <a:latin typeface="Calibri" panose="020F0502020204030204" pitchFamily="34" charset="0"/>
              </a:rPr>
              <a:t>Insérer un visuel en colonnes avec le champ ‘</a:t>
            </a:r>
            <a:r>
              <a:rPr lang="fr-FR" sz="1800" dirty="0" err="1">
                <a:effectLst/>
                <a:latin typeface="Calibri" panose="020F0502020204030204" pitchFamily="34" charset="0"/>
              </a:rPr>
              <a:t>Parameter</a:t>
            </a:r>
            <a:r>
              <a:rPr lang="fr-FR" sz="1800" dirty="0">
                <a:effectLst/>
                <a:latin typeface="Calibri" panose="020F0502020204030204" pitchFamily="34" charset="0"/>
              </a:rPr>
              <a:t>’ de la table du même nom dans l'axe Y et le nom de la catégorie en axe X.</a:t>
            </a:r>
          </a:p>
          <a:p>
            <a:pPr marL="114300" marR="0" indent="-342900">
              <a:buFont typeface="+mj-lt"/>
              <a:buAutoNum type="arabicPeriod"/>
            </a:pPr>
            <a:r>
              <a:rPr lang="fr-FR" sz="1800" dirty="0">
                <a:latin typeface="Calibri" panose="020F0502020204030204" pitchFamily="34" charset="0"/>
              </a:rPr>
              <a:t>Pour comparer plusieurs mesures entre elles, Ctrl + clic sur les mesures souhaitées dans le slicer.</a:t>
            </a:r>
            <a:endParaRPr lang="fr-CH" sz="1800" dirty="0"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7146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Jaune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webextension1.xml><?xml version="1.0" encoding="utf-8"?>
<we:webextension xmlns:we="http://schemas.microsoft.com/office/webextensions/webextension/2010/11" id="{D8ECAA82-656B-40B8-89EF-5A25A66D26C3}">
  <we:reference id="wa200003233" version="2.0.0.3" store="fr-FR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8VWwW7bMAz9lUCXXozBjuOky63Ngl3aLqi3AsWQA20xqQpFMiQ5a1b4g/Yd+7FSctI1bYe1Q9PcbD6afKT4KN8yLmwlYXUGC2RDlou5QtdJWcRUa+l1Of8YA2aDQ4AUY84HnFBdOaGVZcNb5sDM0V0IW4P0Ycj4fRoxkHICc/82A2kxYhUaqxVI8RNbZ4KcqbGJGN5UUhvwIXMHDn3YJbnTO1FIPiQJpYTSiSXmWLrWnGXduOxlRS9N036CRdKP++RmW4dA7VkXHzvkH2nlQCjK423dbMAxydIewKDkcVYc9gtvnwnp1i7FanxTGSqPil5VvjsjIjvXRpQgWSjDoG1Z37KRlvUiPI237LmuTYnnOAuQcsKtKBIXi00w6llDTZkYTS0L4JledAj9/SvAAb3SP0YG6QvOhnET3TM64ktQJfIndE4RbG3wpXzipHM6zr+dj/PHZEZfPud7pkCPM+H23YejvRPonFzumcPZcWeJyq1HdpvHlCxWqLlc6/2P8r629EpZW9IW8lYqoyswzu+W4po07BVHAbThaI5XQXSfhNmovxs9Iv62x9pMN/uGkOsHG2Wt0ZbPLhXum1dt574MSd94fnewGHYi9F3oZkc6oNl53zEBQ9fu5pJqpwTDRfXa3JNNpCfnsAUIxfGGFB4xiWrurtgwIyIe6cGAZ0mBRRnHcbdbpEUve8dL9IX8X7mmrBQlfflwMbEF0k+Pf+DgIBRTtdn8oXlc8wBvzuFEUPI29gXI2oc9OAYrygO/bfw5Nn/ZOMHd/scgvagZ05C9eb42XTtbQYkTUPhMjVQb0CTwf9QZfv/uq2yaO9QboEN0CgAA&quot;"/>
    <we:property name="creatorSessionId" value="&quot;bfdee279-3e03-4cc6-b0e3-232a9687d0c7&quot;"/>
    <we:property name="creatorTenantId" value="&quot;6559c127-7390-4977-89b4-10edbb53a961&quot;"/>
    <we:property name="creatorUserId" value="&quot;1003200291D709FE&quot;"/>
    <we:property name="datasetId" value="&quot;bc895e48-1dd7-4350-9049-e7203fa2b396&quot;"/>
    <we:property name="embedUrl" value="&quot;/reportEmbed?reportId=4c30167e-b40a-4664-ab64-b76ee82db2c2&amp;config=eyJjbHVzdGVyVXJsIjoiaHR0cHM6Ly9XQUJJLVNXSVRaRVJMQU5ELU5PUlRILVBSSU1BUlktcmVkaXJlY3QuYW5hbHlzaXMud2luZG93cy5uZXQiLCJlbWJlZEZlYXR1cmVzIjp7InVzYWdlTWV0cmljc1ZOZXh0Ijp0cnVlfX0%3D&amp;disableSensitivityBanner=true&amp;storytellingChangeViewModeShortcutKeys=true&quot;"/>
    <we:property name="initialStateBookmark" value="&quot;H4sIAAAAAAAAA91W3W7aMBR+FeQbbqIpAUKn3rWUTlVHi2DrNFVocuJDcOX8yHa6MsQD7Tn2Yju2CQUWVCqVTdpFpOQcn//vO/GCMK4KQec3NAVySsY8yUA32sQjmZOc395eD85G199uzgZ9FOeF5nmmyOmCaCoT0HdclVQYexTeTzxChRjSxHxNqVDgkQKkyjMq+A9wh1GlZQlLj8BTIXJJjcuxphqM20c8jt8YO3gXBBiSxpo/whhi7cRh2PLjThh12u12N4Ao6PpdPKbcAZta7RHj28bv5ZmmPMM4RtYKTxgEYbtD6UnM/DB6342MfMqFXh2J5v2nQmJ5WPS8MG3pYbJJLnlMBbFlSFAu6wXp5aJM7Vt/Sz7OSxnDCKZWlWmu5+iJ8bRyhj1bYlOGMseWWeVNnjZQ++unVVvtLP/ek4AWjJz6S2+d0Rl7pFmM0t10BkBVKeHQfPygMeiPP4/6491kercfxv84BXydcl2TxAQlimeJWEHsedifXG6xKBWOE5ibTm9GpTZwjh4QNmbI6CCXDOT53M75gssKcC1vJ+u37uhyUoEcdQ8bMF4Bw2V0TFiZ9hXbsb/aoG8OnmOAAdu30amsFMLWQyUupYrCrhywNH5tL4eVpz8y2FLwjMETgtEjArJEzxA52Fij6dATFgYRRLHv+61W1I464V9cMQfm/0pGKcFjtNzkEEkBfwnmJQFcr8YI6ylcQIPDdc3bb3fVykeqXco8tWarX1KBEWoq8YhLwzfT/zIDAyhLkoxxverG1U6H1OE8ch82/L6eNS45CKYc/u6oKO0PEAN85NrVvnBiNGo2m884bjbvDRsmTWt6mIHDujMxmDKPicuopjVNTnNmx1DhvS7COVU8Ng6duz0raF3YUUBnQBbTeAbs0oLhwt1GrjSkLiZnxqmK0fqKOeSnSGyuKh5UX9fIPsu9jzDVx6DI87g9MuLJTO/r675R202wfd1yS9H7H8rcAGhNodWqnqy0dSsjL7UqaAxDmkENpBHKFBcsewHW9s5JbBDcVjwSL/HA3ETXJFgufwP/zngvEgsAAA==&quot;"/>
    <we:property name="isFiltersActionButtonVisible" value="true"/>
    <we:property name="isVisualContainerHeaderHidden" value="false"/>
    <we:property name="pageDisplayName" value="&quot;Mesures par catégories&quot;"/>
    <we:property name="pageName" value="&quot;5520c45b433361eb1606&quot;"/>
    <we:property name="pptInsertionSessionID" value="&quot;2A4E5081-1664-4A38-B1AC-3B1B13456EEA&quot;"/>
    <we:property name="reportEmbeddedTime" value="&quot;2025-02-17T15:44:40.870Z&quot;"/>
    <we:property name="reportName" value="&quot;001.MPBI01-SwiCrosoft&quot;"/>
    <we:property name="reportState" value="&quot;CONNECTED&quot;"/>
    <we:property name="reportUrl" value="&quot;/groups/me/reports/4c30167e-b40a-4664-ab64-b76ee82db2c2/5520c45b433361eb1606?experience=power-bi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DC39470615164C8E0438B9160AEDEB" ma:contentTypeVersion="3" ma:contentTypeDescription="Crée un document." ma:contentTypeScope="" ma:versionID="83ff3c28323fd23c0285c3c31755d65e">
  <xsd:schema xmlns:xsd="http://www.w3.org/2001/XMLSchema" xmlns:xs="http://www.w3.org/2001/XMLSchema" xmlns:p="http://schemas.microsoft.com/office/2006/metadata/properties" xmlns:ns2="64cd1324-0197-448c-a7d6-d1c55566d9e1" targetNamespace="http://schemas.microsoft.com/office/2006/metadata/properties" ma:root="true" ma:fieldsID="1796d908390b086a0e64c3c3273afaa5" ns2:_="">
    <xsd:import namespace="64cd1324-0197-448c-a7d6-d1c55566d9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cd1324-0197-448c-a7d6-d1c55566d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812E241-8CC2-4FA5-A681-DED87FB922C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0058C0-40D3-4F56-8FD0-2DCC8ECD31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4cd1324-0197-448c-a7d6-d1c55566d9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6CA829-82B2-4872-8FBA-3BD73C765338}">
  <ds:schemaRefs>
    <ds:schemaRef ds:uri="http://schemas.microsoft.com/office/2006/documentManagement/types"/>
    <ds:schemaRef ds:uri="64cd1324-0197-448c-a7d6-d1c55566d9e1"/>
    <ds:schemaRef ds:uri="http://purl.org/dc/dcmitype/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6559c127-7390-4977-89b4-10edbb53a961}" enabled="0" method="" siteId="{6559c127-7390-4977-89b4-10edbb53a9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1837</Words>
  <Application>Microsoft Office PowerPoint</Application>
  <PresentationFormat>Grand écran</PresentationFormat>
  <Paragraphs>131</Paragraphs>
  <Slides>28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4" baseType="lpstr">
      <vt:lpstr>Aptos</vt:lpstr>
      <vt:lpstr>Arial</vt:lpstr>
      <vt:lpstr>Calibri</vt:lpstr>
      <vt:lpstr>Consolas</vt:lpstr>
      <vt:lpstr>Grandview Display</vt:lpstr>
      <vt:lpstr>DashVTI</vt:lpstr>
      <vt:lpstr>POWER QUERY  POWER PIVOT  Modèle de données </vt:lpstr>
      <vt:lpstr>Power BI – Modèle de données</vt:lpstr>
      <vt:lpstr>Présentation PowerPoint</vt:lpstr>
      <vt:lpstr>Exercice 1 : Modèle de données à partir d’un fichier plat Source: Fichier_Plat_67K_Lignes</vt:lpstr>
      <vt:lpstr>Connexion au fichier plat via un paramètre</vt:lpstr>
      <vt:lpstr>Table de dimension dimProducts</vt:lpstr>
      <vt:lpstr>Table de dimension dimCustomers</vt:lpstr>
      <vt:lpstr>Table de dimension dimGeo 1/2</vt:lpstr>
      <vt:lpstr>Table de dimension dimGeo 2/2</vt:lpstr>
      <vt:lpstr>Table Calendrier M 1/2</vt:lpstr>
      <vt:lpstr>Table Calendrier M 2/2</vt:lpstr>
      <vt:lpstr>Importer dans Power BI</vt:lpstr>
      <vt:lpstr>Importer dans Power BI</vt:lpstr>
      <vt:lpstr>Ajouter un visuel table</vt:lpstr>
      <vt:lpstr>Ajouter une 2e table de faits</vt:lpstr>
      <vt:lpstr>Modèle de données final</vt:lpstr>
      <vt:lpstr>Ajouter une perspective (disposition)</vt:lpstr>
      <vt:lpstr>Affichez les valeurs dans le visuel table</vt:lpstr>
      <vt:lpstr>Ajouter une date de livraison 1/3</vt:lpstr>
      <vt:lpstr>Ajouter une date de livraison 2/3</vt:lpstr>
      <vt:lpstr>Ajouter une date de livraison 3/3</vt:lpstr>
      <vt:lpstr>Présentation PowerPoint</vt:lpstr>
      <vt:lpstr>Ex 2 : Modèle de données multi-fichiers   Source: \Swicrosoft\</vt:lpstr>
      <vt:lpstr>Ex 2 : Modèle de données multi-sources </vt:lpstr>
      <vt:lpstr>Ex 2 : Créer des colonnes calculées </vt:lpstr>
      <vt:lpstr>Ex 2 : Créer une table de mesures</vt:lpstr>
      <vt:lpstr>Ex 2 : Créer une table de paramètres</vt:lpstr>
      <vt:lpstr>Ex 2 : Créer une table de paramètres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Ludovic Moreau, manager</dc:creator>
  <cp:lastModifiedBy>Ludovic Moreau, manager</cp:lastModifiedBy>
  <cp:revision>45</cp:revision>
  <dcterms:created xsi:type="dcterms:W3CDTF">2025-02-14T14:53:50Z</dcterms:created>
  <dcterms:modified xsi:type="dcterms:W3CDTF">2025-08-27T20:49:08Z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0x010100F0DC39470615164C8E0438B9160AEDEB</vt:lpwstr>
  </property>
  <property fmtid="{D5CDD505-2E9C-101B-9397-08002B2CF9AE}" pid="3" name="Order">
    <vt:r8>435500</vt:r8>
  </property>
  <property fmtid="{D5CDD505-2E9C-101B-9397-08002B2CF9AE}" pid="4" name="ComplianceAssetId">
    <vt:lpwstr/>
  </property>
  <property fmtid="{D5CDD505-2E9C-101B-9397-08002B2CF9AE}" pid="5" name="_activity">
    <vt:lpwstr>{"FileActivityType":"9","FileActivityTimeStamp":"2025-02-15T10:28:14.637Z","FileActivityUsersOnPage":[{"DisplayName":"Ludovic Moreau, manager","Id":"ludovicmoreau@lmoreau.onmicrosoft.com"}],"FileActivityNavigationId":null}</vt:lpwstr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SharedWithUsers">
    <vt:lpwstr/>
  </property>
</Properties>
</file>